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60" r:id="rId5"/>
    <p:sldId id="268" r:id="rId6"/>
    <p:sldId id="259" r:id="rId7"/>
    <p:sldId id="261" r:id="rId8"/>
    <p:sldId id="278" r:id="rId9"/>
    <p:sldId id="262" r:id="rId10"/>
    <p:sldId id="270" r:id="rId11"/>
    <p:sldId id="271" r:id="rId12"/>
    <p:sldId id="279" r:id="rId13"/>
    <p:sldId id="269" r:id="rId14"/>
    <p:sldId id="275" r:id="rId15"/>
    <p:sldId id="274" r:id="rId16"/>
    <p:sldId id="280" r:id="rId17"/>
    <p:sldId id="281" r:id="rId18"/>
    <p:sldId id="282" r:id="rId19"/>
    <p:sldId id="264" r:id="rId20"/>
    <p:sldId id="265" r:id="rId21"/>
    <p:sldId id="28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588162-EC70-4B03-BB18-0B070752135A}" v="18" dt="2025-10-13T17:53:24.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84046" autoAdjust="0"/>
  </p:normalViewPr>
  <p:slideViewPr>
    <p:cSldViewPr snapToGrid="0">
      <p:cViewPr varScale="1">
        <p:scale>
          <a:sx n="81" d="100"/>
          <a:sy n="81" d="100"/>
        </p:scale>
        <p:origin x="52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Saleh Alhammadi" userId="8c40c8f5-5cb4-4420-8b84-8224140c7b6f" providerId="ADAL" clId="{E06EA344-CDD6-4AB2-83CF-01C5925F6420}"/>
    <pc:docChg chg="undo redo custSel modSld">
      <pc:chgData name="Ali Saleh Alhammadi" userId="8c40c8f5-5cb4-4420-8b84-8224140c7b6f" providerId="ADAL" clId="{E06EA344-CDD6-4AB2-83CF-01C5925F6420}" dt="2025-10-13T20:34:36.515" v="118" actId="6549"/>
      <pc:docMkLst>
        <pc:docMk/>
      </pc:docMkLst>
      <pc:sldChg chg="addSp delSp modSp mod modTransition setBg addAnim delAnim modNotesTx">
        <pc:chgData name="Ali Saleh Alhammadi" userId="8c40c8f5-5cb4-4420-8b84-8224140c7b6f" providerId="ADAL" clId="{E06EA344-CDD6-4AB2-83CF-01C5925F6420}" dt="2025-10-13T20:33:05.326" v="103" actId="20577"/>
        <pc:sldMkLst>
          <pc:docMk/>
          <pc:sldMk cId="109857222" sldId="256"/>
        </pc:sldMkLst>
        <pc:spChg chg="mod">
          <ac:chgData name="Ali Saleh Alhammadi" userId="8c40c8f5-5cb4-4420-8b84-8224140c7b6f" providerId="ADAL" clId="{E06EA344-CDD6-4AB2-83CF-01C5925F6420}" dt="2025-10-13T17:01:05.268" v="7" actId="26606"/>
          <ac:spMkLst>
            <pc:docMk/>
            <pc:sldMk cId="109857222" sldId="256"/>
            <ac:spMk id="2" creationId="{00000000-0000-0000-0000-000000000000}"/>
          </ac:spMkLst>
        </pc:spChg>
        <pc:spChg chg="mod">
          <ac:chgData name="Ali Saleh Alhammadi" userId="8c40c8f5-5cb4-4420-8b84-8224140c7b6f" providerId="ADAL" clId="{E06EA344-CDD6-4AB2-83CF-01C5925F6420}" dt="2025-10-13T17:01:05.268" v="7" actId="26606"/>
          <ac:spMkLst>
            <pc:docMk/>
            <pc:sldMk cId="109857222" sldId="256"/>
            <ac:spMk id="3" creationId="{00000000-0000-0000-0000-000000000000}"/>
          </ac:spMkLst>
        </pc:spChg>
        <pc:spChg chg="add del">
          <ac:chgData name="Ali Saleh Alhammadi" userId="8c40c8f5-5cb4-4420-8b84-8224140c7b6f" providerId="ADAL" clId="{E06EA344-CDD6-4AB2-83CF-01C5925F6420}" dt="2025-10-13T17:01:05.268" v="7" actId="26606"/>
          <ac:spMkLst>
            <pc:docMk/>
            <pc:sldMk cId="109857222" sldId="256"/>
            <ac:spMk id="20" creationId="{1EADCAF8-8823-4E89-8612-21029831A4B2}"/>
          </ac:spMkLst>
        </pc:spChg>
        <pc:spChg chg="add del">
          <ac:chgData name="Ali Saleh Alhammadi" userId="8c40c8f5-5cb4-4420-8b84-8224140c7b6f" providerId="ADAL" clId="{E06EA344-CDD6-4AB2-83CF-01C5925F6420}" dt="2025-10-13T17:01:05.268" v="7" actId="26606"/>
          <ac:spMkLst>
            <pc:docMk/>
            <pc:sldMk cId="109857222" sldId="256"/>
            <ac:spMk id="21" creationId="{28CA07B2-0819-4B62-9425-7A52BBDD7070}"/>
          </ac:spMkLst>
        </pc:spChg>
        <pc:spChg chg="add del">
          <ac:chgData name="Ali Saleh Alhammadi" userId="8c40c8f5-5cb4-4420-8b84-8224140c7b6f" providerId="ADAL" clId="{E06EA344-CDD6-4AB2-83CF-01C5925F6420}" dt="2025-10-13T17:01:05.237" v="6" actId="26606"/>
          <ac:spMkLst>
            <pc:docMk/>
            <pc:sldMk cId="109857222" sldId="256"/>
            <ac:spMk id="25" creationId="{D8B7B198-E4DF-43CD-AD8C-199884323745}"/>
          </ac:spMkLst>
        </pc:spChg>
        <pc:spChg chg="add del">
          <ac:chgData name="Ali Saleh Alhammadi" userId="8c40c8f5-5cb4-4420-8b84-8224140c7b6f" providerId="ADAL" clId="{E06EA344-CDD6-4AB2-83CF-01C5925F6420}" dt="2025-10-13T17:01:05.237" v="6" actId="26606"/>
          <ac:spMkLst>
            <pc:docMk/>
            <pc:sldMk cId="109857222" sldId="256"/>
            <ac:spMk id="26" creationId="{2BE67753-EA0E-4819-8D22-0B6600CF7231}"/>
          </ac:spMkLst>
        </pc:spChg>
        <pc:spChg chg="add del">
          <ac:chgData name="Ali Saleh Alhammadi" userId="8c40c8f5-5cb4-4420-8b84-8224140c7b6f" providerId="ADAL" clId="{E06EA344-CDD6-4AB2-83CF-01C5925F6420}" dt="2025-10-13T17:01:05.237" v="6" actId="26606"/>
          <ac:spMkLst>
            <pc:docMk/>
            <pc:sldMk cId="109857222" sldId="256"/>
            <ac:spMk id="28" creationId="{5A292AEA-2528-46C0-B426-95822B6141FB}"/>
          </ac:spMkLst>
        </pc:spChg>
        <pc:spChg chg="add del">
          <ac:chgData name="Ali Saleh Alhammadi" userId="8c40c8f5-5cb4-4420-8b84-8224140c7b6f" providerId="ADAL" clId="{E06EA344-CDD6-4AB2-83CF-01C5925F6420}" dt="2025-10-13T17:00:26.486" v="4" actId="26606"/>
          <ac:spMkLst>
            <pc:docMk/>
            <pc:sldMk cId="109857222" sldId="256"/>
            <ac:spMk id="30" creationId="{A3363022-C969-41E9-8EB2-E4C94908C1FA}"/>
          </ac:spMkLst>
        </pc:spChg>
        <pc:spChg chg="add del">
          <ac:chgData name="Ali Saleh Alhammadi" userId="8c40c8f5-5cb4-4420-8b84-8224140c7b6f" providerId="ADAL" clId="{E06EA344-CDD6-4AB2-83CF-01C5925F6420}" dt="2025-10-13T17:00:26.486" v="4" actId="26606"/>
          <ac:spMkLst>
            <pc:docMk/>
            <pc:sldMk cId="109857222" sldId="256"/>
            <ac:spMk id="32" creationId="{8D1AD6B3-BE88-4CEB-BA17-790657CC4729}"/>
          </ac:spMkLst>
        </pc:spChg>
        <pc:spChg chg="add">
          <ac:chgData name="Ali Saleh Alhammadi" userId="8c40c8f5-5cb4-4420-8b84-8224140c7b6f" providerId="ADAL" clId="{E06EA344-CDD6-4AB2-83CF-01C5925F6420}" dt="2025-10-13T17:01:05.268" v="7" actId="26606"/>
          <ac:spMkLst>
            <pc:docMk/>
            <pc:sldMk cId="109857222" sldId="256"/>
            <ac:spMk id="55" creationId="{73A25D70-4A55-4F72-B9C5-A69CDBF4DB42}"/>
          </ac:spMkLst>
        </pc:spChg>
        <pc:spChg chg="add">
          <ac:chgData name="Ali Saleh Alhammadi" userId="8c40c8f5-5cb4-4420-8b84-8224140c7b6f" providerId="ADAL" clId="{E06EA344-CDD6-4AB2-83CF-01C5925F6420}" dt="2025-10-13T17:01:05.268" v="7" actId="26606"/>
          <ac:spMkLst>
            <pc:docMk/>
            <pc:sldMk cId="109857222" sldId="256"/>
            <ac:spMk id="56" creationId="{54957100-6D8B-4161-9F2F-C0A949EC84C4}"/>
          </ac:spMkLst>
        </pc:spChg>
        <pc:spChg chg="add">
          <ac:chgData name="Ali Saleh Alhammadi" userId="8c40c8f5-5cb4-4420-8b84-8224140c7b6f" providerId="ADAL" clId="{E06EA344-CDD6-4AB2-83CF-01C5925F6420}" dt="2025-10-13T17:01:05.268" v="7" actId="26606"/>
          <ac:spMkLst>
            <pc:docMk/>
            <pc:sldMk cId="109857222" sldId="256"/>
            <ac:spMk id="57" creationId="{0BD8B065-EE51-4AE2-A94C-86249998FD7B}"/>
          </ac:spMkLst>
        </pc:spChg>
        <pc:grpChg chg="add del">
          <ac:chgData name="Ali Saleh Alhammadi" userId="8c40c8f5-5cb4-4420-8b84-8224140c7b6f" providerId="ADAL" clId="{E06EA344-CDD6-4AB2-83CF-01C5925F6420}" dt="2025-10-13T17:01:05.268" v="7" actId="26606"/>
          <ac:grpSpMkLst>
            <pc:docMk/>
            <pc:sldMk cId="109857222" sldId="256"/>
            <ac:grpSpMk id="22" creationId="{DA02BEE4-A5D4-40AF-882D-49D34B086FFF}"/>
          </ac:grpSpMkLst>
        </pc:grpChg>
        <pc:grpChg chg="add del">
          <ac:chgData name="Ali Saleh Alhammadi" userId="8c40c8f5-5cb4-4420-8b84-8224140c7b6f" providerId="ADAL" clId="{E06EA344-CDD6-4AB2-83CF-01C5925F6420}" dt="2025-10-13T17:01:05.237" v="6" actId="26606"/>
          <ac:grpSpMkLst>
            <pc:docMk/>
            <pc:sldMk cId="109857222" sldId="256"/>
            <ac:grpSpMk id="29" creationId="{D76D63AC-0421-45EC-B383-E79A61A78C6B}"/>
          </ac:grpSpMkLst>
        </pc:grpChg>
        <pc:grpChg chg="add del">
          <ac:chgData name="Ali Saleh Alhammadi" userId="8c40c8f5-5cb4-4420-8b84-8224140c7b6f" providerId="ADAL" clId="{E06EA344-CDD6-4AB2-83CF-01C5925F6420}" dt="2025-10-13T17:00:26.486" v="4" actId="26606"/>
          <ac:grpSpMkLst>
            <pc:docMk/>
            <pc:sldMk cId="109857222" sldId="256"/>
            <ac:grpSpMk id="34" creationId="{89D1390B-7E13-4B4F-9CB2-391063412E54}"/>
          </ac:grpSpMkLst>
        </pc:grpChg>
        <pc:grpChg chg="add del">
          <ac:chgData name="Ali Saleh Alhammadi" userId="8c40c8f5-5cb4-4420-8b84-8224140c7b6f" providerId="ADAL" clId="{E06EA344-CDD6-4AB2-83CF-01C5925F6420}" dt="2025-10-13T17:01:05.237" v="6" actId="26606"/>
          <ac:grpSpMkLst>
            <pc:docMk/>
            <pc:sldMk cId="109857222" sldId="256"/>
            <ac:grpSpMk id="43" creationId="{87F87F1B-42BA-4AC7-A4E2-41544DDB2CE3}"/>
          </ac:grpSpMkLst>
        </pc:grpChg>
        <pc:grpChg chg="add">
          <ac:chgData name="Ali Saleh Alhammadi" userId="8c40c8f5-5cb4-4420-8b84-8224140c7b6f" providerId="ADAL" clId="{E06EA344-CDD6-4AB2-83CF-01C5925F6420}" dt="2025-10-13T17:01:05.268" v="7" actId="26606"/>
          <ac:grpSpMkLst>
            <pc:docMk/>
            <pc:sldMk cId="109857222" sldId="256"/>
            <ac:grpSpMk id="58" creationId="{18999293-B054-4B57-A26F-D04C2BB11338}"/>
          </ac:grpSpMkLst>
        </pc:grpChg>
        <pc:grpChg chg="add">
          <ac:chgData name="Ali Saleh Alhammadi" userId="8c40c8f5-5cb4-4420-8b84-8224140c7b6f" providerId="ADAL" clId="{E06EA344-CDD6-4AB2-83CF-01C5925F6420}" dt="2025-10-13T17:01:05.268" v="7" actId="26606"/>
          <ac:grpSpMkLst>
            <pc:docMk/>
            <pc:sldMk cId="109857222" sldId="256"/>
            <ac:grpSpMk id="60" creationId="{761945C4-D997-42F3-B59A-984CF0066715}"/>
          </ac:grpSpMkLst>
        </pc:grpChg>
        <pc:picChg chg="add mod">
          <ac:chgData name="Ali Saleh Alhammadi" userId="8c40c8f5-5cb4-4420-8b84-8224140c7b6f" providerId="ADAL" clId="{E06EA344-CDD6-4AB2-83CF-01C5925F6420}" dt="2025-10-13T17:53:24.060" v="102"/>
          <ac:picMkLst>
            <pc:docMk/>
            <pc:sldMk cId="109857222" sldId="256"/>
            <ac:picMk id="7" creationId="{8D9E8A8A-3E81-3816-D8C8-D3FDA31F7B92}"/>
          </ac:picMkLst>
        </pc:picChg>
        <pc:picChg chg="add del">
          <ac:chgData name="Ali Saleh Alhammadi" userId="8c40c8f5-5cb4-4420-8b84-8224140c7b6f" providerId="ADAL" clId="{E06EA344-CDD6-4AB2-83CF-01C5925F6420}" dt="2025-10-13T17:00:26.486" v="4" actId="26606"/>
          <ac:picMkLst>
            <pc:docMk/>
            <pc:sldMk cId="109857222" sldId="256"/>
            <ac:picMk id="27" creationId="{B6583B11-3BA8-E8BD-B7A1-C9695FD725B0}"/>
          </ac:picMkLst>
        </pc:picChg>
      </pc:sldChg>
      <pc:sldChg chg="addSp delSp modSp mod modTransition modNotesTx">
        <pc:chgData name="Ali Saleh Alhammadi" userId="8c40c8f5-5cb4-4420-8b84-8224140c7b6f" providerId="ADAL" clId="{E06EA344-CDD6-4AB2-83CF-01C5925F6420}" dt="2025-10-13T20:33:09.410" v="104" actId="20577"/>
        <pc:sldMkLst>
          <pc:docMk/>
          <pc:sldMk cId="193736680" sldId="257"/>
        </pc:sldMkLst>
        <pc:spChg chg="mod">
          <ac:chgData name="Ali Saleh Alhammadi" userId="8c40c8f5-5cb4-4420-8b84-8224140c7b6f" providerId="ADAL" clId="{E06EA344-CDD6-4AB2-83CF-01C5925F6420}" dt="2025-10-13T17:01:49.337" v="20" actId="26606"/>
          <ac:spMkLst>
            <pc:docMk/>
            <pc:sldMk cId="193736680" sldId="257"/>
            <ac:spMk id="2" creationId="{EB9FAEE9-42A8-420B-F6EB-DE57E57D9086}"/>
          </ac:spMkLst>
        </pc:spChg>
        <pc:spChg chg="add del">
          <ac:chgData name="Ali Saleh Alhammadi" userId="8c40c8f5-5cb4-4420-8b84-8224140c7b6f" providerId="ADAL" clId="{E06EA344-CDD6-4AB2-83CF-01C5925F6420}" dt="2025-10-13T17:01:49.337" v="20" actId="26606"/>
          <ac:spMkLst>
            <pc:docMk/>
            <pc:sldMk cId="193736680" sldId="257"/>
            <ac:spMk id="23" creationId="{777A147A-9ED8-46B4-8660-1B3C2AA880B5}"/>
          </ac:spMkLst>
        </pc:spChg>
        <pc:spChg chg="add del">
          <ac:chgData name="Ali Saleh Alhammadi" userId="8c40c8f5-5cb4-4420-8b84-8224140c7b6f" providerId="ADAL" clId="{E06EA344-CDD6-4AB2-83CF-01C5925F6420}" dt="2025-10-13T17:01:49.337" v="20" actId="26606"/>
          <ac:spMkLst>
            <pc:docMk/>
            <pc:sldMk cId="193736680" sldId="257"/>
            <ac:spMk id="24" creationId="{5D6C15A0-C087-4593-8414-2B4EC1CDC3DE}"/>
          </ac:spMkLst>
        </pc:spChg>
        <pc:spChg chg="mod">
          <ac:chgData name="Ali Saleh Alhammadi" userId="8c40c8f5-5cb4-4420-8b84-8224140c7b6f" providerId="ADAL" clId="{E06EA344-CDD6-4AB2-83CF-01C5925F6420}" dt="2025-10-13T17:01:49.337" v="20" actId="26606"/>
          <ac:spMkLst>
            <pc:docMk/>
            <pc:sldMk cId="193736680" sldId="257"/>
            <ac:spMk id="25" creationId="{C9ED903F-49B3-046D-6BBB-22970CCB5C2B}"/>
          </ac:spMkLst>
        </pc:spChg>
        <pc:spChg chg="add del">
          <ac:chgData name="Ali Saleh Alhammadi" userId="8c40c8f5-5cb4-4420-8b84-8224140c7b6f" providerId="ADAL" clId="{E06EA344-CDD6-4AB2-83CF-01C5925F6420}" dt="2025-10-13T17:01:19.585" v="11" actId="26606"/>
          <ac:spMkLst>
            <pc:docMk/>
            <pc:sldMk cId="193736680" sldId="257"/>
            <ac:spMk id="30" creationId="{081EA652-8C6A-4E69-BEB9-170809474553}"/>
          </ac:spMkLst>
        </pc:spChg>
        <pc:spChg chg="add del">
          <ac:chgData name="Ali Saleh Alhammadi" userId="8c40c8f5-5cb4-4420-8b84-8224140c7b6f" providerId="ADAL" clId="{E06EA344-CDD6-4AB2-83CF-01C5925F6420}" dt="2025-10-13T17:01:16.511" v="9" actId="26606"/>
          <ac:spMkLst>
            <pc:docMk/>
            <pc:sldMk cId="193736680" sldId="257"/>
            <ac:spMk id="31" creationId="{C0763A76-9F1C-4FC5-82B7-DD475DA461B2}"/>
          </ac:spMkLst>
        </pc:spChg>
        <pc:spChg chg="add del">
          <ac:chgData name="Ali Saleh Alhammadi" userId="8c40c8f5-5cb4-4420-8b84-8224140c7b6f" providerId="ADAL" clId="{E06EA344-CDD6-4AB2-83CF-01C5925F6420}" dt="2025-10-13T17:01:19.585" v="11" actId="26606"/>
          <ac:spMkLst>
            <pc:docMk/>
            <pc:sldMk cId="193736680" sldId="257"/>
            <ac:spMk id="32" creationId="{5298780A-33B9-4EA2-8F67-DE68AD62841B}"/>
          </ac:spMkLst>
        </pc:spChg>
        <pc:spChg chg="add del">
          <ac:chgData name="Ali Saleh Alhammadi" userId="8c40c8f5-5cb4-4420-8b84-8224140c7b6f" providerId="ADAL" clId="{E06EA344-CDD6-4AB2-83CF-01C5925F6420}" dt="2025-10-13T17:01:16.511" v="9" actId="26606"/>
          <ac:spMkLst>
            <pc:docMk/>
            <pc:sldMk cId="193736680" sldId="257"/>
            <ac:spMk id="33" creationId="{E81BF4F6-F2CF-4984-9D14-D6966D92F99F}"/>
          </ac:spMkLst>
        </pc:spChg>
        <pc:spChg chg="add del">
          <ac:chgData name="Ali Saleh Alhammadi" userId="8c40c8f5-5cb4-4420-8b84-8224140c7b6f" providerId="ADAL" clId="{E06EA344-CDD6-4AB2-83CF-01C5925F6420}" dt="2025-10-13T17:01:19.585" v="11" actId="26606"/>
          <ac:spMkLst>
            <pc:docMk/>
            <pc:sldMk cId="193736680" sldId="257"/>
            <ac:spMk id="34" creationId="{7F488E8B-4E1E-4402-8935-D4E6C02615C7}"/>
          </ac:spMkLst>
        </pc:spChg>
        <pc:spChg chg="add del">
          <ac:chgData name="Ali Saleh Alhammadi" userId="8c40c8f5-5cb4-4420-8b84-8224140c7b6f" providerId="ADAL" clId="{E06EA344-CDD6-4AB2-83CF-01C5925F6420}" dt="2025-10-13T17:01:21.568" v="13" actId="26606"/>
          <ac:spMkLst>
            <pc:docMk/>
            <pc:sldMk cId="193736680" sldId="257"/>
            <ac:spMk id="39" creationId="{4BC99CB9-DDAD-44A2-8A1C-E3AF4E72DF5C}"/>
          </ac:spMkLst>
        </pc:spChg>
        <pc:spChg chg="add del">
          <ac:chgData name="Ali Saleh Alhammadi" userId="8c40c8f5-5cb4-4420-8b84-8224140c7b6f" providerId="ADAL" clId="{E06EA344-CDD6-4AB2-83CF-01C5925F6420}" dt="2025-10-13T17:01:21.568" v="13" actId="26606"/>
          <ac:spMkLst>
            <pc:docMk/>
            <pc:sldMk cId="193736680" sldId="257"/>
            <ac:spMk id="45" creationId="{64053CBF-3932-45FF-8285-EE5146085F3A}"/>
          </ac:spMkLst>
        </pc:spChg>
        <pc:spChg chg="add del">
          <ac:chgData name="Ali Saleh Alhammadi" userId="8c40c8f5-5cb4-4420-8b84-8224140c7b6f" providerId="ADAL" clId="{E06EA344-CDD6-4AB2-83CF-01C5925F6420}" dt="2025-10-13T17:01:49.337" v="20" actId="26606"/>
          <ac:spMkLst>
            <pc:docMk/>
            <pc:sldMk cId="193736680" sldId="257"/>
            <ac:spMk id="48" creationId="{081EA652-8C6A-4E69-BEB9-170809474553}"/>
          </ac:spMkLst>
        </pc:spChg>
        <pc:spChg chg="add del">
          <ac:chgData name="Ali Saleh Alhammadi" userId="8c40c8f5-5cb4-4420-8b84-8224140c7b6f" providerId="ADAL" clId="{E06EA344-CDD6-4AB2-83CF-01C5925F6420}" dt="2025-10-13T17:01:49.337" v="20" actId="26606"/>
          <ac:spMkLst>
            <pc:docMk/>
            <pc:sldMk cId="193736680" sldId="257"/>
            <ac:spMk id="49" creationId="{A4026A73-1F7F-49F2-B319-8CA3B3D53269}"/>
          </ac:spMkLst>
        </pc:spChg>
        <pc:spChg chg="add del">
          <ac:chgData name="Ali Saleh Alhammadi" userId="8c40c8f5-5cb4-4420-8b84-8224140c7b6f" providerId="ADAL" clId="{E06EA344-CDD6-4AB2-83CF-01C5925F6420}" dt="2025-10-13T17:01:49.337" v="20" actId="26606"/>
          <ac:spMkLst>
            <pc:docMk/>
            <pc:sldMk cId="193736680" sldId="257"/>
            <ac:spMk id="50" creationId="{5298780A-33B9-4EA2-8F67-DE68AD62841B}"/>
          </ac:spMkLst>
        </pc:spChg>
        <pc:spChg chg="add del">
          <ac:chgData name="Ali Saleh Alhammadi" userId="8c40c8f5-5cb4-4420-8b84-8224140c7b6f" providerId="ADAL" clId="{E06EA344-CDD6-4AB2-83CF-01C5925F6420}" dt="2025-10-13T17:01:49.337" v="20" actId="26606"/>
          <ac:spMkLst>
            <pc:docMk/>
            <pc:sldMk cId="193736680" sldId="257"/>
            <ac:spMk id="51" creationId="{7F488E8B-4E1E-4402-8935-D4E6C02615C7}"/>
          </ac:spMkLst>
        </pc:spChg>
        <pc:grpChg chg="add del">
          <ac:chgData name="Ali Saleh Alhammadi" userId="8c40c8f5-5cb4-4420-8b84-8224140c7b6f" providerId="ADAL" clId="{E06EA344-CDD6-4AB2-83CF-01C5925F6420}" dt="2025-10-13T17:01:21.568" v="13" actId="26606"/>
          <ac:grpSpMkLst>
            <pc:docMk/>
            <pc:sldMk cId="193736680" sldId="257"/>
            <ac:grpSpMk id="40" creationId="{B63ACBA3-DEFD-4C6D-BBA0-64468FA99C2D}"/>
          </ac:grpSpMkLst>
        </pc:grpChg>
        <pc:grpChg chg="add del">
          <ac:chgData name="Ali Saleh Alhammadi" userId="8c40c8f5-5cb4-4420-8b84-8224140c7b6f" providerId="ADAL" clId="{E06EA344-CDD6-4AB2-83CF-01C5925F6420}" dt="2025-10-13T17:01:21.568" v="13" actId="26606"/>
          <ac:grpSpMkLst>
            <pc:docMk/>
            <pc:sldMk cId="193736680" sldId="257"/>
            <ac:grpSpMk id="46" creationId="{2E751C04-BEA6-446B-A678-9C74819EBD4C}"/>
          </ac:grpSpMkLst>
        </pc:grpChg>
        <pc:picChg chg="add mod">
          <ac:chgData name="Ali Saleh Alhammadi" userId="8c40c8f5-5cb4-4420-8b84-8224140c7b6f" providerId="ADAL" clId="{E06EA344-CDD6-4AB2-83CF-01C5925F6420}" dt="2025-10-13T17:53:24.060" v="102"/>
          <ac:picMkLst>
            <pc:docMk/>
            <pc:sldMk cId="193736680" sldId="257"/>
            <ac:picMk id="5" creationId="{2F5DCDD8-1FDC-FC9B-75D4-1FB1B65FC758}"/>
          </ac:picMkLst>
        </pc:picChg>
        <pc:picChg chg="add del">
          <ac:chgData name="Ali Saleh Alhammadi" userId="8c40c8f5-5cb4-4420-8b84-8224140c7b6f" providerId="ADAL" clId="{E06EA344-CDD6-4AB2-83CF-01C5925F6420}" dt="2025-10-13T17:01:16.511" v="9" actId="26606"/>
          <ac:picMkLst>
            <pc:docMk/>
            <pc:sldMk cId="193736680" sldId="257"/>
            <ac:picMk id="27" creationId="{A0FDD86C-D552-9F71-D8A4-759AED111DD0}"/>
          </ac:picMkLst>
        </pc:picChg>
        <pc:cxnChg chg="add del">
          <ac:chgData name="Ali Saleh Alhammadi" userId="8c40c8f5-5cb4-4420-8b84-8224140c7b6f" providerId="ADAL" clId="{E06EA344-CDD6-4AB2-83CF-01C5925F6420}" dt="2025-10-13T17:01:49.337" v="20" actId="26606"/>
          <ac:cxnSpMkLst>
            <pc:docMk/>
            <pc:sldMk cId="193736680" sldId="257"/>
            <ac:cxnSpMk id="52" creationId="{23AAC9B5-8015-485C-ACF9-A750390E9A56}"/>
          </ac:cxnSpMkLst>
        </pc:cxnChg>
      </pc:sldChg>
      <pc:sldChg chg="addSp delSp modSp mod modTransition modNotesTx">
        <pc:chgData name="Ali Saleh Alhammadi" userId="8c40c8f5-5cb4-4420-8b84-8224140c7b6f" providerId="ADAL" clId="{E06EA344-CDD6-4AB2-83CF-01C5925F6420}" dt="2025-10-13T20:33:14.155" v="105" actId="6549"/>
        <pc:sldMkLst>
          <pc:docMk/>
          <pc:sldMk cId="2287977578" sldId="258"/>
        </pc:sldMkLst>
        <pc:spChg chg="mod">
          <ac:chgData name="Ali Saleh Alhammadi" userId="8c40c8f5-5cb4-4420-8b84-8224140c7b6f" providerId="ADAL" clId="{E06EA344-CDD6-4AB2-83CF-01C5925F6420}" dt="2025-10-13T17:01:50.548" v="21" actId="26606"/>
          <ac:spMkLst>
            <pc:docMk/>
            <pc:sldMk cId="2287977578" sldId="258"/>
            <ac:spMk id="2" creationId="{60E7B8B0-81A9-39F7-B09E-5674343F448A}"/>
          </ac:spMkLst>
        </pc:spChg>
        <pc:spChg chg="add del">
          <ac:chgData name="Ali Saleh Alhammadi" userId="8c40c8f5-5cb4-4420-8b84-8224140c7b6f" providerId="ADAL" clId="{E06EA344-CDD6-4AB2-83CF-01C5925F6420}" dt="2025-10-13T17:01:50.548" v="21" actId="26606"/>
          <ac:spMkLst>
            <pc:docMk/>
            <pc:sldMk cId="2287977578" sldId="258"/>
            <ac:spMk id="16" creationId="{0288C6B4-AFC3-407F-A595-EFFD38D4CCAF}"/>
          </ac:spMkLst>
        </pc:spChg>
        <pc:spChg chg="add del">
          <ac:chgData name="Ali Saleh Alhammadi" userId="8c40c8f5-5cb4-4420-8b84-8224140c7b6f" providerId="ADAL" clId="{E06EA344-CDD6-4AB2-83CF-01C5925F6420}" dt="2025-10-13T17:01:50.548" v="21" actId="26606"/>
          <ac:spMkLst>
            <pc:docMk/>
            <pc:sldMk cId="2287977578" sldId="258"/>
            <ac:spMk id="19" creationId="{CF236821-17FE-429B-8D2C-08E13A64EA40}"/>
          </ac:spMkLst>
        </pc:spChg>
        <pc:spChg chg="del">
          <ac:chgData name="Ali Saleh Alhammadi" userId="8c40c8f5-5cb4-4420-8b84-8224140c7b6f" providerId="ADAL" clId="{E06EA344-CDD6-4AB2-83CF-01C5925F6420}" dt="2025-10-13T17:01:50.548" v="21" actId="26606"/>
          <ac:spMkLst>
            <pc:docMk/>
            <pc:sldMk cId="2287977578" sldId="258"/>
            <ac:spMk id="20" creationId="{C0BDBCD2-E081-43AB-9119-C55465E59757}"/>
          </ac:spMkLst>
        </pc:spChg>
        <pc:spChg chg="add">
          <ac:chgData name="Ali Saleh Alhammadi" userId="8c40c8f5-5cb4-4420-8b84-8224140c7b6f" providerId="ADAL" clId="{E06EA344-CDD6-4AB2-83CF-01C5925F6420}" dt="2025-10-13T17:01:44.609" v="18" actId="26606"/>
          <ac:spMkLst>
            <pc:docMk/>
            <pc:sldMk cId="2287977578" sldId="258"/>
            <ac:spMk id="21" creationId="{98E79BE4-34FE-485A-98A5-92CE8F7C4743}"/>
          </ac:spMkLst>
        </pc:spChg>
        <pc:spChg chg="add del">
          <ac:chgData name="Ali Saleh Alhammadi" userId="8c40c8f5-5cb4-4420-8b84-8224140c7b6f" providerId="ADAL" clId="{E06EA344-CDD6-4AB2-83CF-01C5925F6420}" dt="2025-10-13T17:01:50.548" v="21" actId="26606"/>
          <ac:spMkLst>
            <pc:docMk/>
            <pc:sldMk cId="2287977578" sldId="258"/>
            <ac:spMk id="22" creationId="{7A5F0580-5EE9-419F-96EE-B6529EF6E7D0}"/>
          </ac:spMkLst>
        </pc:spChg>
        <pc:spChg chg="mod">
          <ac:chgData name="Ali Saleh Alhammadi" userId="8c40c8f5-5cb4-4420-8b84-8224140c7b6f" providerId="ADAL" clId="{E06EA344-CDD6-4AB2-83CF-01C5925F6420}" dt="2025-10-13T17:01:50.548" v="21" actId="26606"/>
          <ac:spMkLst>
            <pc:docMk/>
            <pc:sldMk cId="2287977578" sldId="258"/>
            <ac:spMk id="24" creationId="{5A74803A-83A4-98C3-D011-0132B0C22455}"/>
          </ac:spMkLst>
        </pc:spChg>
        <pc:spChg chg="add del">
          <ac:chgData name="Ali Saleh Alhammadi" userId="8c40c8f5-5cb4-4420-8b84-8224140c7b6f" providerId="ADAL" clId="{E06EA344-CDD6-4AB2-83CF-01C5925F6420}" dt="2025-10-13T17:01:32.848" v="16" actId="26606"/>
          <ac:spMkLst>
            <pc:docMk/>
            <pc:sldMk cId="2287977578" sldId="258"/>
            <ac:spMk id="29" creationId="{0288C6B4-AFC3-407F-A595-EFFD38D4CCAF}"/>
          </ac:spMkLst>
        </pc:spChg>
        <pc:spChg chg="add del">
          <ac:chgData name="Ali Saleh Alhammadi" userId="8c40c8f5-5cb4-4420-8b84-8224140c7b6f" providerId="ADAL" clId="{E06EA344-CDD6-4AB2-83CF-01C5925F6420}" dt="2025-10-13T17:01:32.848" v="16" actId="26606"/>
          <ac:spMkLst>
            <pc:docMk/>
            <pc:sldMk cId="2287977578" sldId="258"/>
            <ac:spMk id="31" creationId="{CF236821-17FE-429B-8D2C-08E13A64EA40}"/>
          </ac:spMkLst>
        </pc:spChg>
        <pc:spChg chg="add del">
          <ac:chgData name="Ali Saleh Alhammadi" userId="8c40c8f5-5cb4-4420-8b84-8224140c7b6f" providerId="ADAL" clId="{E06EA344-CDD6-4AB2-83CF-01C5925F6420}" dt="2025-10-13T17:01:32.848" v="16" actId="26606"/>
          <ac:spMkLst>
            <pc:docMk/>
            <pc:sldMk cId="2287977578" sldId="258"/>
            <ac:spMk id="33" creationId="{C0BDBCD2-E081-43AB-9119-C55465E59757}"/>
          </ac:spMkLst>
        </pc:spChg>
        <pc:spChg chg="add del">
          <ac:chgData name="Ali Saleh Alhammadi" userId="8c40c8f5-5cb4-4420-8b84-8224140c7b6f" providerId="ADAL" clId="{E06EA344-CDD6-4AB2-83CF-01C5925F6420}" dt="2025-10-13T17:01:32.848" v="16" actId="26606"/>
          <ac:spMkLst>
            <pc:docMk/>
            <pc:sldMk cId="2287977578" sldId="258"/>
            <ac:spMk id="35" creationId="{98E79BE4-34FE-485A-98A5-92CE8F7C4743}"/>
          </ac:spMkLst>
        </pc:spChg>
        <pc:spChg chg="add del">
          <ac:chgData name="Ali Saleh Alhammadi" userId="8c40c8f5-5cb4-4420-8b84-8224140c7b6f" providerId="ADAL" clId="{E06EA344-CDD6-4AB2-83CF-01C5925F6420}" dt="2025-10-13T17:01:32.848" v="16" actId="26606"/>
          <ac:spMkLst>
            <pc:docMk/>
            <pc:sldMk cId="2287977578" sldId="258"/>
            <ac:spMk id="37" creationId="{7A5F0580-5EE9-419F-96EE-B6529EF6E7D0}"/>
          </ac:spMkLst>
        </pc:spChg>
        <pc:spChg chg="add del">
          <ac:chgData name="Ali Saleh Alhammadi" userId="8c40c8f5-5cb4-4420-8b84-8224140c7b6f" providerId="ADAL" clId="{E06EA344-CDD6-4AB2-83CF-01C5925F6420}" dt="2025-10-13T17:01:50.548" v="21" actId="26606"/>
          <ac:spMkLst>
            <pc:docMk/>
            <pc:sldMk cId="2287977578" sldId="258"/>
            <ac:spMk id="39" creationId="{058A14AF-9FB5-4CC7-BA35-E8E85D3EDF0E}"/>
          </ac:spMkLst>
        </pc:spChg>
        <pc:spChg chg="add del">
          <ac:chgData name="Ali Saleh Alhammadi" userId="8c40c8f5-5cb4-4420-8b84-8224140c7b6f" providerId="ADAL" clId="{E06EA344-CDD6-4AB2-83CF-01C5925F6420}" dt="2025-10-13T17:01:50.548" v="21" actId="26606"/>
          <ac:spMkLst>
            <pc:docMk/>
            <pc:sldMk cId="2287977578" sldId="258"/>
            <ac:spMk id="40" creationId="{3A9A4357-BD1D-4622-A4FE-766E6AB8DE84}"/>
          </ac:spMkLst>
        </pc:spChg>
        <pc:spChg chg="add del">
          <ac:chgData name="Ali Saleh Alhammadi" userId="8c40c8f5-5cb4-4420-8b84-8224140c7b6f" providerId="ADAL" clId="{E06EA344-CDD6-4AB2-83CF-01C5925F6420}" dt="2025-10-13T17:01:50.548" v="21" actId="26606"/>
          <ac:spMkLst>
            <pc:docMk/>
            <pc:sldMk cId="2287977578" sldId="258"/>
            <ac:spMk id="41" creationId="{E659831F-0D9A-4C63-9EBB-8435B85A440F}"/>
          </ac:spMkLst>
        </pc:spChg>
        <pc:spChg chg="add del">
          <ac:chgData name="Ali Saleh Alhammadi" userId="8c40c8f5-5cb4-4420-8b84-8224140c7b6f" providerId="ADAL" clId="{E06EA344-CDD6-4AB2-83CF-01C5925F6420}" dt="2025-10-13T17:01:50.548" v="21" actId="26606"/>
          <ac:spMkLst>
            <pc:docMk/>
            <pc:sldMk cId="2287977578" sldId="258"/>
            <ac:spMk id="42" creationId="{E6995CE5-F890-4ABA-82A2-26507CE8D2A3}"/>
          </ac:spMkLst>
        </pc:spChg>
        <pc:picChg chg="add mod">
          <ac:chgData name="Ali Saleh Alhammadi" userId="8c40c8f5-5cb4-4420-8b84-8224140c7b6f" providerId="ADAL" clId="{E06EA344-CDD6-4AB2-83CF-01C5925F6420}" dt="2025-10-13T17:53:24.060" v="102"/>
          <ac:picMkLst>
            <pc:docMk/>
            <pc:sldMk cId="2287977578" sldId="258"/>
            <ac:picMk id="6" creationId="{93419067-9195-170A-1A31-CB3CA2CA6AF9}"/>
          </ac:picMkLst>
        </pc:picChg>
      </pc:sldChg>
      <pc:sldChg chg="addSp delSp modSp mod modTransition modNotesTx">
        <pc:chgData name="Ali Saleh Alhammadi" userId="8c40c8f5-5cb4-4420-8b84-8224140c7b6f" providerId="ADAL" clId="{E06EA344-CDD6-4AB2-83CF-01C5925F6420}" dt="2025-10-13T20:33:26.670" v="108" actId="6549"/>
        <pc:sldMkLst>
          <pc:docMk/>
          <pc:sldMk cId="28322307" sldId="259"/>
        </pc:sldMkLst>
        <pc:spChg chg="mod">
          <ac:chgData name="Ali Saleh Alhammadi" userId="8c40c8f5-5cb4-4420-8b84-8224140c7b6f" providerId="ADAL" clId="{E06EA344-CDD6-4AB2-83CF-01C5925F6420}" dt="2025-10-13T17:02:11.884" v="26" actId="26606"/>
          <ac:spMkLst>
            <pc:docMk/>
            <pc:sldMk cId="28322307" sldId="259"/>
            <ac:spMk id="2" creationId="{FAB56DB6-0B61-D6A6-395B-A1399440C849}"/>
          </ac:spMkLst>
        </pc:spChg>
        <pc:spChg chg="mod">
          <ac:chgData name="Ali Saleh Alhammadi" userId="8c40c8f5-5cb4-4420-8b84-8224140c7b6f" providerId="ADAL" clId="{E06EA344-CDD6-4AB2-83CF-01C5925F6420}" dt="2025-10-13T17:02:11.884" v="26" actId="26606"/>
          <ac:spMkLst>
            <pc:docMk/>
            <pc:sldMk cId="28322307" sldId="259"/>
            <ac:spMk id="3" creationId="{38C8B893-114F-5CF0-854A-E9F3BD0F2252}"/>
          </ac:spMkLst>
        </pc:spChg>
        <pc:spChg chg="del">
          <ac:chgData name="Ali Saleh Alhammadi" userId="8c40c8f5-5cb4-4420-8b84-8224140c7b6f" providerId="ADAL" clId="{E06EA344-CDD6-4AB2-83CF-01C5925F6420}" dt="2025-10-13T17:02:11.884" v="26" actId="26606"/>
          <ac:spMkLst>
            <pc:docMk/>
            <pc:sldMk cId="28322307" sldId="259"/>
            <ac:spMk id="97" creationId="{0288C6B4-AFC3-407F-A595-EFFD38D4CCAF}"/>
          </ac:spMkLst>
        </pc:spChg>
        <pc:spChg chg="del">
          <ac:chgData name="Ali Saleh Alhammadi" userId="8c40c8f5-5cb4-4420-8b84-8224140c7b6f" providerId="ADAL" clId="{E06EA344-CDD6-4AB2-83CF-01C5925F6420}" dt="2025-10-13T17:02:11.884" v="26" actId="26606"/>
          <ac:spMkLst>
            <pc:docMk/>
            <pc:sldMk cId="28322307" sldId="259"/>
            <ac:spMk id="99" creationId="{CF236821-17FE-429B-8D2C-08E13A64EA40}"/>
          </ac:spMkLst>
        </pc:spChg>
        <pc:spChg chg="del">
          <ac:chgData name="Ali Saleh Alhammadi" userId="8c40c8f5-5cb4-4420-8b84-8224140c7b6f" providerId="ADAL" clId="{E06EA344-CDD6-4AB2-83CF-01C5925F6420}" dt="2025-10-13T17:02:11.884" v="26" actId="26606"/>
          <ac:spMkLst>
            <pc:docMk/>
            <pc:sldMk cId="28322307" sldId="259"/>
            <ac:spMk id="101" creationId="{C0BDBCD2-E081-43AB-9119-C55465E59757}"/>
          </ac:spMkLst>
        </pc:spChg>
        <pc:spChg chg="del">
          <ac:chgData name="Ali Saleh Alhammadi" userId="8c40c8f5-5cb4-4420-8b84-8224140c7b6f" providerId="ADAL" clId="{E06EA344-CDD6-4AB2-83CF-01C5925F6420}" dt="2025-10-13T17:02:11.884" v="26" actId="26606"/>
          <ac:spMkLst>
            <pc:docMk/>
            <pc:sldMk cId="28322307" sldId="259"/>
            <ac:spMk id="103" creationId="{98E79BE4-34FE-485A-98A5-92CE8F7C4743}"/>
          </ac:spMkLst>
        </pc:spChg>
        <pc:spChg chg="del">
          <ac:chgData name="Ali Saleh Alhammadi" userId="8c40c8f5-5cb4-4420-8b84-8224140c7b6f" providerId="ADAL" clId="{E06EA344-CDD6-4AB2-83CF-01C5925F6420}" dt="2025-10-13T17:02:11.884" v="26" actId="26606"/>
          <ac:spMkLst>
            <pc:docMk/>
            <pc:sldMk cId="28322307" sldId="259"/>
            <ac:spMk id="105" creationId="{7A5F0580-5EE9-419F-96EE-B6529EF6E7D0}"/>
          </ac:spMkLst>
        </pc:spChg>
        <pc:spChg chg="add">
          <ac:chgData name="Ali Saleh Alhammadi" userId="8c40c8f5-5cb4-4420-8b84-8224140c7b6f" providerId="ADAL" clId="{E06EA344-CDD6-4AB2-83CF-01C5925F6420}" dt="2025-10-13T17:02:11.884" v="26" actId="26606"/>
          <ac:spMkLst>
            <pc:docMk/>
            <pc:sldMk cId="28322307" sldId="259"/>
            <ac:spMk id="110" creationId="{149FB5C3-7336-4FE0-A30C-CC0A3646D499}"/>
          </ac:spMkLst>
        </pc:spChg>
        <pc:spChg chg="add">
          <ac:chgData name="Ali Saleh Alhammadi" userId="8c40c8f5-5cb4-4420-8b84-8224140c7b6f" providerId="ADAL" clId="{E06EA344-CDD6-4AB2-83CF-01C5925F6420}" dt="2025-10-13T17:02:11.884" v="26" actId="26606"/>
          <ac:spMkLst>
            <pc:docMk/>
            <pc:sldMk cId="28322307" sldId="259"/>
            <ac:spMk id="116" creationId="{0DA909B4-15FF-46A6-8A7F-7AEF977FE9ED}"/>
          </ac:spMkLst>
        </pc:spChg>
        <pc:spChg chg="add">
          <ac:chgData name="Ali Saleh Alhammadi" userId="8c40c8f5-5cb4-4420-8b84-8224140c7b6f" providerId="ADAL" clId="{E06EA344-CDD6-4AB2-83CF-01C5925F6420}" dt="2025-10-13T17:02:11.884" v="26" actId="26606"/>
          <ac:spMkLst>
            <pc:docMk/>
            <pc:sldMk cId="28322307" sldId="259"/>
            <ac:spMk id="118" creationId="{1382A32C-5B0C-4B1C-A074-76C6DBCC9F87}"/>
          </ac:spMkLst>
        </pc:spChg>
        <pc:picChg chg="add mod">
          <ac:chgData name="Ali Saleh Alhammadi" userId="8c40c8f5-5cb4-4420-8b84-8224140c7b6f" providerId="ADAL" clId="{E06EA344-CDD6-4AB2-83CF-01C5925F6420}" dt="2025-10-13T17:53:24.060" v="102"/>
          <ac:picMkLst>
            <pc:docMk/>
            <pc:sldMk cId="28322307" sldId="259"/>
            <ac:picMk id="6" creationId="{30F8CB9A-FD72-4916-6D17-F6B3DFB27BC2}"/>
          </ac:picMkLst>
        </pc:picChg>
      </pc:sldChg>
      <pc:sldChg chg="addSp delSp modSp mod modTransition modNotesTx">
        <pc:chgData name="Ali Saleh Alhammadi" userId="8c40c8f5-5cb4-4420-8b84-8224140c7b6f" providerId="ADAL" clId="{E06EA344-CDD6-4AB2-83CF-01C5925F6420}" dt="2025-10-13T20:33:17.404" v="106" actId="6549"/>
        <pc:sldMkLst>
          <pc:docMk/>
          <pc:sldMk cId="4241685251" sldId="260"/>
        </pc:sldMkLst>
        <pc:spChg chg="mod">
          <ac:chgData name="Ali Saleh Alhammadi" userId="8c40c8f5-5cb4-4420-8b84-8224140c7b6f" providerId="ADAL" clId="{E06EA344-CDD6-4AB2-83CF-01C5925F6420}" dt="2025-10-13T17:02:00.867" v="22" actId="26606"/>
          <ac:spMkLst>
            <pc:docMk/>
            <pc:sldMk cId="4241685251" sldId="260"/>
            <ac:spMk id="2" creationId="{372F8593-1C84-06B0-4F9D-E14EB59882CE}"/>
          </ac:spMkLst>
        </pc:spChg>
        <pc:spChg chg="mod">
          <ac:chgData name="Ali Saleh Alhammadi" userId="8c40c8f5-5cb4-4420-8b84-8224140c7b6f" providerId="ADAL" clId="{E06EA344-CDD6-4AB2-83CF-01C5925F6420}" dt="2025-10-13T17:02:00.867" v="22" actId="26606"/>
          <ac:spMkLst>
            <pc:docMk/>
            <pc:sldMk cId="4241685251" sldId="260"/>
            <ac:spMk id="3" creationId="{29B70D2D-4B5B-5C85-9EB8-7F06EE40A3C0}"/>
          </ac:spMkLst>
        </pc:spChg>
        <pc:spChg chg="del">
          <ac:chgData name="Ali Saleh Alhammadi" userId="8c40c8f5-5cb4-4420-8b84-8224140c7b6f" providerId="ADAL" clId="{E06EA344-CDD6-4AB2-83CF-01C5925F6420}" dt="2025-10-13T17:02:00.867" v="22" actId="26606"/>
          <ac:spMkLst>
            <pc:docMk/>
            <pc:sldMk cId="4241685251" sldId="260"/>
            <ac:spMk id="9" creationId="{0288C6B4-AFC3-407F-A595-EFFD38D4CCAF}"/>
          </ac:spMkLst>
        </pc:spChg>
        <pc:spChg chg="del">
          <ac:chgData name="Ali Saleh Alhammadi" userId="8c40c8f5-5cb4-4420-8b84-8224140c7b6f" providerId="ADAL" clId="{E06EA344-CDD6-4AB2-83CF-01C5925F6420}" dt="2025-10-13T17:02:00.867" v="22" actId="26606"/>
          <ac:spMkLst>
            <pc:docMk/>
            <pc:sldMk cId="4241685251" sldId="260"/>
            <ac:spMk id="11" creationId="{CF236821-17FE-429B-8D2C-08E13A64EA40}"/>
          </ac:spMkLst>
        </pc:spChg>
        <pc:spChg chg="del">
          <ac:chgData name="Ali Saleh Alhammadi" userId="8c40c8f5-5cb4-4420-8b84-8224140c7b6f" providerId="ADAL" clId="{E06EA344-CDD6-4AB2-83CF-01C5925F6420}" dt="2025-10-13T17:02:00.867" v="22" actId="26606"/>
          <ac:spMkLst>
            <pc:docMk/>
            <pc:sldMk cId="4241685251" sldId="260"/>
            <ac:spMk id="13" creationId="{C0BDBCD2-E081-43AB-9119-C55465E59757}"/>
          </ac:spMkLst>
        </pc:spChg>
        <pc:spChg chg="del">
          <ac:chgData name="Ali Saleh Alhammadi" userId="8c40c8f5-5cb4-4420-8b84-8224140c7b6f" providerId="ADAL" clId="{E06EA344-CDD6-4AB2-83CF-01C5925F6420}" dt="2025-10-13T17:02:00.867" v="22" actId="26606"/>
          <ac:spMkLst>
            <pc:docMk/>
            <pc:sldMk cId="4241685251" sldId="260"/>
            <ac:spMk id="15" creationId="{98E79BE4-34FE-485A-98A5-92CE8F7C4743}"/>
          </ac:spMkLst>
        </pc:spChg>
        <pc:spChg chg="del">
          <ac:chgData name="Ali Saleh Alhammadi" userId="8c40c8f5-5cb4-4420-8b84-8224140c7b6f" providerId="ADAL" clId="{E06EA344-CDD6-4AB2-83CF-01C5925F6420}" dt="2025-10-13T17:02:00.867" v="22" actId="26606"/>
          <ac:spMkLst>
            <pc:docMk/>
            <pc:sldMk cId="4241685251" sldId="260"/>
            <ac:spMk id="17" creationId="{7A5F0580-5EE9-419F-96EE-B6529EF6E7D0}"/>
          </ac:spMkLst>
        </pc:spChg>
        <pc:spChg chg="add">
          <ac:chgData name="Ali Saleh Alhammadi" userId="8c40c8f5-5cb4-4420-8b84-8224140c7b6f" providerId="ADAL" clId="{E06EA344-CDD6-4AB2-83CF-01C5925F6420}" dt="2025-10-13T17:02:00.867" v="22" actId="26606"/>
          <ac:spMkLst>
            <pc:docMk/>
            <pc:sldMk cId="4241685251" sldId="260"/>
            <ac:spMk id="22" creationId="{149FB5C3-7336-4FE0-A30C-CC0A3646D499}"/>
          </ac:spMkLst>
        </pc:spChg>
        <pc:spChg chg="add">
          <ac:chgData name="Ali Saleh Alhammadi" userId="8c40c8f5-5cb4-4420-8b84-8224140c7b6f" providerId="ADAL" clId="{E06EA344-CDD6-4AB2-83CF-01C5925F6420}" dt="2025-10-13T17:02:00.867" v="22" actId="26606"/>
          <ac:spMkLst>
            <pc:docMk/>
            <pc:sldMk cId="4241685251" sldId="260"/>
            <ac:spMk id="28" creationId="{0DA909B4-15FF-46A6-8A7F-7AEF977FE9ED}"/>
          </ac:spMkLst>
        </pc:spChg>
        <pc:spChg chg="add">
          <ac:chgData name="Ali Saleh Alhammadi" userId="8c40c8f5-5cb4-4420-8b84-8224140c7b6f" providerId="ADAL" clId="{E06EA344-CDD6-4AB2-83CF-01C5925F6420}" dt="2025-10-13T17:02:00.867" v="22" actId="26606"/>
          <ac:spMkLst>
            <pc:docMk/>
            <pc:sldMk cId="4241685251" sldId="260"/>
            <ac:spMk id="30" creationId="{1382A32C-5B0C-4B1C-A074-76C6DBCC9F87}"/>
          </ac:spMkLst>
        </pc:spChg>
        <pc:picChg chg="add mod">
          <ac:chgData name="Ali Saleh Alhammadi" userId="8c40c8f5-5cb4-4420-8b84-8224140c7b6f" providerId="ADAL" clId="{E06EA344-CDD6-4AB2-83CF-01C5925F6420}" dt="2025-10-13T17:53:24.060" v="102"/>
          <ac:picMkLst>
            <pc:docMk/>
            <pc:sldMk cId="4241685251" sldId="260"/>
            <ac:picMk id="7" creationId="{AAA352D8-0085-325C-3BA0-5ECFB0BC46B6}"/>
          </ac:picMkLst>
        </pc:picChg>
      </pc:sldChg>
      <pc:sldChg chg="addSp delSp modSp mod modTransition modNotesTx">
        <pc:chgData name="Ali Saleh Alhammadi" userId="8c40c8f5-5cb4-4420-8b84-8224140c7b6f" providerId="ADAL" clId="{E06EA344-CDD6-4AB2-83CF-01C5925F6420}" dt="2025-10-13T20:33:32.242" v="109" actId="6549"/>
        <pc:sldMkLst>
          <pc:docMk/>
          <pc:sldMk cId="57130958" sldId="261"/>
        </pc:sldMkLst>
        <pc:spChg chg="mod">
          <ac:chgData name="Ali Saleh Alhammadi" userId="8c40c8f5-5cb4-4420-8b84-8224140c7b6f" providerId="ADAL" clId="{E06EA344-CDD6-4AB2-83CF-01C5925F6420}" dt="2025-10-13T17:02:20.363" v="27" actId="26606"/>
          <ac:spMkLst>
            <pc:docMk/>
            <pc:sldMk cId="57130958" sldId="261"/>
            <ac:spMk id="2" creationId="{8774DE03-69AC-F805-2381-8B9FD6F57E9B}"/>
          </ac:spMkLst>
        </pc:spChg>
        <pc:spChg chg="mod">
          <ac:chgData name="Ali Saleh Alhammadi" userId="8c40c8f5-5cb4-4420-8b84-8224140c7b6f" providerId="ADAL" clId="{E06EA344-CDD6-4AB2-83CF-01C5925F6420}" dt="2025-10-13T17:02:20.363" v="27" actId="26606"/>
          <ac:spMkLst>
            <pc:docMk/>
            <pc:sldMk cId="57130958" sldId="261"/>
            <ac:spMk id="8" creationId="{0C36F233-D3E7-062F-4932-085C011F7E1C}"/>
          </ac:spMkLst>
        </pc:spChg>
        <pc:spChg chg="del">
          <ac:chgData name="Ali Saleh Alhammadi" userId="8c40c8f5-5cb4-4420-8b84-8224140c7b6f" providerId="ADAL" clId="{E06EA344-CDD6-4AB2-83CF-01C5925F6420}" dt="2025-10-13T17:02:20.363" v="27" actId="26606"/>
          <ac:spMkLst>
            <pc:docMk/>
            <pc:sldMk cId="57130958" sldId="261"/>
            <ac:spMk id="11" creationId="{0288C6B4-AFC3-407F-A595-EFFD38D4CCAF}"/>
          </ac:spMkLst>
        </pc:spChg>
        <pc:spChg chg="del">
          <ac:chgData name="Ali Saleh Alhammadi" userId="8c40c8f5-5cb4-4420-8b84-8224140c7b6f" providerId="ADAL" clId="{E06EA344-CDD6-4AB2-83CF-01C5925F6420}" dt="2025-10-13T17:02:20.363" v="27" actId="26606"/>
          <ac:spMkLst>
            <pc:docMk/>
            <pc:sldMk cId="57130958" sldId="261"/>
            <ac:spMk id="13" creationId="{CF236821-17FE-429B-8D2C-08E13A64EA40}"/>
          </ac:spMkLst>
        </pc:spChg>
        <pc:spChg chg="del">
          <ac:chgData name="Ali Saleh Alhammadi" userId="8c40c8f5-5cb4-4420-8b84-8224140c7b6f" providerId="ADAL" clId="{E06EA344-CDD6-4AB2-83CF-01C5925F6420}" dt="2025-10-13T17:02:20.363" v="27" actId="26606"/>
          <ac:spMkLst>
            <pc:docMk/>
            <pc:sldMk cId="57130958" sldId="261"/>
            <ac:spMk id="15" creationId="{C0BDBCD2-E081-43AB-9119-C55465E59757}"/>
          </ac:spMkLst>
        </pc:spChg>
        <pc:spChg chg="del">
          <ac:chgData name="Ali Saleh Alhammadi" userId="8c40c8f5-5cb4-4420-8b84-8224140c7b6f" providerId="ADAL" clId="{E06EA344-CDD6-4AB2-83CF-01C5925F6420}" dt="2025-10-13T17:02:20.363" v="27" actId="26606"/>
          <ac:spMkLst>
            <pc:docMk/>
            <pc:sldMk cId="57130958" sldId="261"/>
            <ac:spMk id="17" creationId="{98E79BE4-34FE-485A-98A5-92CE8F7C4743}"/>
          </ac:spMkLst>
        </pc:spChg>
        <pc:spChg chg="add">
          <ac:chgData name="Ali Saleh Alhammadi" userId="8c40c8f5-5cb4-4420-8b84-8224140c7b6f" providerId="ADAL" clId="{E06EA344-CDD6-4AB2-83CF-01C5925F6420}" dt="2025-10-13T17:02:20.363" v="27" actId="26606"/>
          <ac:spMkLst>
            <pc:docMk/>
            <pc:sldMk cId="57130958" sldId="261"/>
            <ac:spMk id="24" creationId="{058A14AF-9FB5-4CC7-BA35-E8E85D3EDF0E}"/>
          </ac:spMkLst>
        </pc:spChg>
        <pc:spChg chg="add">
          <ac:chgData name="Ali Saleh Alhammadi" userId="8c40c8f5-5cb4-4420-8b84-8224140c7b6f" providerId="ADAL" clId="{E06EA344-CDD6-4AB2-83CF-01C5925F6420}" dt="2025-10-13T17:02:20.363" v="27" actId="26606"/>
          <ac:spMkLst>
            <pc:docMk/>
            <pc:sldMk cId="57130958" sldId="261"/>
            <ac:spMk id="26" creationId="{3A9A4357-BD1D-4622-A4FE-766E6AB8DE84}"/>
          </ac:spMkLst>
        </pc:spChg>
        <pc:spChg chg="add">
          <ac:chgData name="Ali Saleh Alhammadi" userId="8c40c8f5-5cb4-4420-8b84-8224140c7b6f" providerId="ADAL" clId="{E06EA344-CDD6-4AB2-83CF-01C5925F6420}" dt="2025-10-13T17:02:20.363" v="27" actId="26606"/>
          <ac:spMkLst>
            <pc:docMk/>
            <pc:sldMk cId="57130958" sldId="261"/>
            <ac:spMk id="28" creationId="{E659831F-0D9A-4C63-9EBB-8435B85A440F}"/>
          </ac:spMkLst>
        </pc:spChg>
        <pc:spChg chg="add">
          <ac:chgData name="Ali Saleh Alhammadi" userId="8c40c8f5-5cb4-4420-8b84-8224140c7b6f" providerId="ADAL" clId="{E06EA344-CDD6-4AB2-83CF-01C5925F6420}" dt="2025-10-13T17:02:20.363" v="27" actId="26606"/>
          <ac:spMkLst>
            <pc:docMk/>
            <pc:sldMk cId="57130958" sldId="261"/>
            <ac:spMk id="30" creationId="{E6995CE5-F890-4ABA-82A2-26507CE8D2A3}"/>
          </ac:spMkLst>
        </pc:spChg>
        <pc:picChg chg="add mod">
          <ac:chgData name="Ali Saleh Alhammadi" userId="8c40c8f5-5cb4-4420-8b84-8224140c7b6f" providerId="ADAL" clId="{E06EA344-CDD6-4AB2-83CF-01C5925F6420}" dt="2025-10-13T17:53:24.060" v="102"/>
          <ac:picMkLst>
            <pc:docMk/>
            <pc:sldMk cId="57130958" sldId="261"/>
            <ac:picMk id="5" creationId="{497AEB3F-942B-F891-CFC3-84BF02D83D35}"/>
          </ac:picMkLst>
        </pc:picChg>
      </pc:sldChg>
      <pc:sldChg chg="addSp delSp modSp mod modTransition modNotesTx">
        <pc:chgData name="Ali Saleh Alhammadi" userId="8c40c8f5-5cb4-4420-8b84-8224140c7b6f" providerId="ADAL" clId="{E06EA344-CDD6-4AB2-83CF-01C5925F6420}" dt="2025-10-13T20:33:43.149" v="111" actId="6549"/>
        <pc:sldMkLst>
          <pc:docMk/>
          <pc:sldMk cId="2917897988" sldId="262"/>
        </pc:sldMkLst>
        <pc:spChg chg="mod">
          <ac:chgData name="Ali Saleh Alhammadi" userId="8c40c8f5-5cb4-4420-8b84-8224140c7b6f" providerId="ADAL" clId="{E06EA344-CDD6-4AB2-83CF-01C5925F6420}" dt="2025-10-13T17:02:56.545" v="41" actId="26606"/>
          <ac:spMkLst>
            <pc:docMk/>
            <pc:sldMk cId="2917897988" sldId="262"/>
            <ac:spMk id="2" creationId="{8774DE03-69AC-F805-2381-8B9FD6F57E9B}"/>
          </ac:spMkLst>
        </pc:spChg>
        <pc:spChg chg="mod ord">
          <ac:chgData name="Ali Saleh Alhammadi" userId="8c40c8f5-5cb4-4420-8b84-8224140c7b6f" providerId="ADAL" clId="{E06EA344-CDD6-4AB2-83CF-01C5925F6420}" dt="2025-10-13T17:02:56.561" v="42" actId="26606"/>
          <ac:spMkLst>
            <pc:docMk/>
            <pc:sldMk cId="2917897988" sldId="262"/>
            <ac:spMk id="3" creationId="{FECBDAAA-E149-5C9D-E742-955D0BAD3030}"/>
          </ac:spMkLst>
        </pc:spChg>
        <pc:spChg chg="add del">
          <ac:chgData name="Ali Saleh Alhammadi" userId="8c40c8f5-5cb4-4420-8b84-8224140c7b6f" providerId="ADAL" clId="{E06EA344-CDD6-4AB2-83CF-01C5925F6420}" dt="2025-10-13T17:02:56.561" v="42" actId="26606"/>
          <ac:spMkLst>
            <pc:docMk/>
            <pc:sldMk cId="2917897988" sldId="262"/>
            <ac:spMk id="7" creationId="{32AEEBC8-9D30-42EF-95F2-386C2653FBF0}"/>
          </ac:spMkLst>
        </pc:spChg>
        <pc:spChg chg="add del">
          <ac:chgData name="Ali Saleh Alhammadi" userId="8c40c8f5-5cb4-4420-8b84-8224140c7b6f" providerId="ADAL" clId="{E06EA344-CDD6-4AB2-83CF-01C5925F6420}" dt="2025-10-13T17:02:56.561" v="42" actId="26606"/>
          <ac:spMkLst>
            <pc:docMk/>
            <pc:sldMk cId="2917897988" sldId="262"/>
            <ac:spMk id="8" creationId="{2E92FA66-67D7-4CB4-94D3-E643A9AD4757}"/>
          </ac:spMkLst>
        </pc:spChg>
        <pc:spChg chg="add del">
          <ac:chgData name="Ali Saleh Alhammadi" userId="8c40c8f5-5cb4-4420-8b84-8224140c7b6f" providerId="ADAL" clId="{E06EA344-CDD6-4AB2-83CF-01C5925F6420}" dt="2025-10-13T17:02:45.629" v="29" actId="26606"/>
          <ac:spMkLst>
            <pc:docMk/>
            <pc:sldMk cId="2917897988" sldId="262"/>
            <ac:spMk id="13" creationId="{32AEEBC8-9D30-42EF-95F2-386C2653FBF0}"/>
          </ac:spMkLst>
        </pc:spChg>
        <pc:spChg chg="add del">
          <ac:chgData name="Ali Saleh Alhammadi" userId="8c40c8f5-5cb4-4420-8b84-8224140c7b6f" providerId="ADAL" clId="{E06EA344-CDD6-4AB2-83CF-01C5925F6420}" dt="2025-10-13T17:02:45.629" v="29" actId="26606"/>
          <ac:spMkLst>
            <pc:docMk/>
            <pc:sldMk cId="2917897988" sldId="262"/>
            <ac:spMk id="15" creationId="{2E92FA66-67D7-4CB4-94D3-E643A9AD4757}"/>
          </ac:spMkLst>
        </pc:spChg>
        <pc:spChg chg="add del">
          <ac:chgData name="Ali Saleh Alhammadi" userId="8c40c8f5-5cb4-4420-8b84-8224140c7b6f" providerId="ADAL" clId="{E06EA344-CDD6-4AB2-83CF-01C5925F6420}" dt="2025-10-13T17:02:47.149" v="31" actId="26606"/>
          <ac:spMkLst>
            <pc:docMk/>
            <pc:sldMk cId="2917897988" sldId="262"/>
            <ac:spMk id="17" creationId="{F13C74B1-5B17-4795-BED0-7140497B445A}"/>
          </ac:spMkLst>
        </pc:spChg>
        <pc:spChg chg="add del">
          <ac:chgData name="Ali Saleh Alhammadi" userId="8c40c8f5-5cb4-4420-8b84-8224140c7b6f" providerId="ADAL" clId="{E06EA344-CDD6-4AB2-83CF-01C5925F6420}" dt="2025-10-13T17:02:47.149" v="31" actId="26606"/>
          <ac:spMkLst>
            <pc:docMk/>
            <pc:sldMk cId="2917897988" sldId="262"/>
            <ac:spMk id="18" creationId="{D4974D33-8DC5-464E-8C6D-BE58F0669C17}"/>
          </ac:spMkLst>
        </pc:spChg>
        <pc:spChg chg="add del">
          <ac:chgData name="Ali Saleh Alhammadi" userId="8c40c8f5-5cb4-4420-8b84-8224140c7b6f" providerId="ADAL" clId="{E06EA344-CDD6-4AB2-83CF-01C5925F6420}" dt="2025-10-13T17:02:53.031" v="37" actId="26606"/>
          <ac:spMkLst>
            <pc:docMk/>
            <pc:sldMk cId="2917897988" sldId="262"/>
            <ac:spMk id="19" creationId="{375E0459-6403-40CD-989D-56A4407CA12E}"/>
          </ac:spMkLst>
        </pc:spChg>
        <pc:spChg chg="add del">
          <ac:chgData name="Ali Saleh Alhammadi" userId="8c40c8f5-5cb4-4420-8b84-8224140c7b6f" providerId="ADAL" clId="{E06EA344-CDD6-4AB2-83CF-01C5925F6420}" dt="2025-10-13T17:02:53.031" v="37" actId="26606"/>
          <ac:spMkLst>
            <pc:docMk/>
            <pc:sldMk cId="2917897988" sldId="262"/>
            <ac:spMk id="21" creationId="{53E5B1A8-3AC9-4BD1-9BBC-78CA94F2D1BA}"/>
          </ac:spMkLst>
        </pc:spChg>
        <pc:spChg chg="add del">
          <ac:chgData name="Ali Saleh Alhammadi" userId="8c40c8f5-5cb4-4420-8b84-8224140c7b6f" providerId="ADAL" clId="{E06EA344-CDD6-4AB2-83CF-01C5925F6420}" dt="2025-10-13T17:02:49.454" v="33" actId="26606"/>
          <ac:spMkLst>
            <pc:docMk/>
            <pc:sldMk cId="2917897988" sldId="262"/>
            <ac:spMk id="22" creationId="{B6FACB3C-9069-4791-BC5C-0DB7CD19B853}"/>
          </ac:spMkLst>
        </pc:spChg>
        <pc:spChg chg="add del">
          <ac:chgData name="Ali Saleh Alhammadi" userId="8c40c8f5-5cb4-4420-8b84-8224140c7b6f" providerId="ADAL" clId="{E06EA344-CDD6-4AB2-83CF-01C5925F6420}" dt="2025-10-13T17:02:49.454" v="33" actId="26606"/>
          <ac:spMkLst>
            <pc:docMk/>
            <pc:sldMk cId="2917897988" sldId="262"/>
            <ac:spMk id="23" creationId="{71F2038E-D777-4B76-81DD-DD13EE91B9DD}"/>
          </ac:spMkLst>
        </pc:spChg>
        <pc:spChg chg="add del">
          <ac:chgData name="Ali Saleh Alhammadi" userId="8c40c8f5-5cb4-4420-8b84-8224140c7b6f" providerId="ADAL" clId="{E06EA344-CDD6-4AB2-83CF-01C5925F6420}" dt="2025-10-13T17:02:50.925" v="35" actId="26606"/>
          <ac:spMkLst>
            <pc:docMk/>
            <pc:sldMk cId="2917897988" sldId="262"/>
            <ac:spMk id="27" creationId="{2EB492CD-616E-47F8-933B-5E2D952A0593}"/>
          </ac:spMkLst>
        </pc:spChg>
        <pc:spChg chg="add del">
          <ac:chgData name="Ali Saleh Alhammadi" userId="8c40c8f5-5cb4-4420-8b84-8224140c7b6f" providerId="ADAL" clId="{E06EA344-CDD6-4AB2-83CF-01C5925F6420}" dt="2025-10-13T17:02:50.925" v="35" actId="26606"/>
          <ac:spMkLst>
            <pc:docMk/>
            <pc:sldMk cId="2917897988" sldId="262"/>
            <ac:spMk id="28" creationId="{59383CF9-23B5-4335-9B21-1791C4CF1C75}"/>
          </ac:spMkLst>
        </pc:spChg>
        <pc:spChg chg="add del">
          <ac:chgData name="Ali Saleh Alhammadi" userId="8c40c8f5-5cb4-4420-8b84-8224140c7b6f" providerId="ADAL" clId="{E06EA344-CDD6-4AB2-83CF-01C5925F6420}" dt="2025-10-13T17:02:50.925" v="35" actId="26606"/>
          <ac:spMkLst>
            <pc:docMk/>
            <pc:sldMk cId="2917897988" sldId="262"/>
            <ac:spMk id="29" creationId="{0007FE00-9498-4706-B255-6437B0252C02}"/>
          </ac:spMkLst>
        </pc:spChg>
        <pc:spChg chg="add del">
          <ac:chgData name="Ali Saleh Alhammadi" userId="8c40c8f5-5cb4-4420-8b84-8224140c7b6f" providerId="ADAL" clId="{E06EA344-CDD6-4AB2-83CF-01C5925F6420}" dt="2025-10-13T17:02:53.031" v="37" actId="26606"/>
          <ac:spMkLst>
            <pc:docMk/>
            <pc:sldMk cId="2917897988" sldId="262"/>
            <ac:spMk id="31" creationId="{1B15ED52-F352-441B-82BF-E0EA34836D08}"/>
          </ac:spMkLst>
        </pc:spChg>
        <pc:spChg chg="add del">
          <ac:chgData name="Ali Saleh Alhammadi" userId="8c40c8f5-5cb4-4420-8b84-8224140c7b6f" providerId="ADAL" clId="{E06EA344-CDD6-4AB2-83CF-01C5925F6420}" dt="2025-10-13T17:02:53.031" v="37" actId="26606"/>
          <ac:spMkLst>
            <pc:docMk/>
            <pc:sldMk cId="2917897988" sldId="262"/>
            <ac:spMk id="32" creationId="{3B2E3793-BFE6-45A2-9B7B-E18844431C99}"/>
          </ac:spMkLst>
        </pc:spChg>
        <pc:spChg chg="add del">
          <ac:chgData name="Ali Saleh Alhammadi" userId="8c40c8f5-5cb4-4420-8b84-8224140c7b6f" providerId="ADAL" clId="{E06EA344-CDD6-4AB2-83CF-01C5925F6420}" dt="2025-10-13T17:02:53.031" v="37" actId="26606"/>
          <ac:spMkLst>
            <pc:docMk/>
            <pc:sldMk cId="2917897988" sldId="262"/>
            <ac:spMk id="33" creationId="{BC4C4868-CB8F-4AF9-9CDB-8108F2C19B67}"/>
          </ac:spMkLst>
        </pc:spChg>
        <pc:spChg chg="add del">
          <ac:chgData name="Ali Saleh Alhammadi" userId="8c40c8f5-5cb4-4420-8b84-8224140c7b6f" providerId="ADAL" clId="{E06EA344-CDD6-4AB2-83CF-01C5925F6420}" dt="2025-10-13T17:02:53.937" v="39" actId="26606"/>
          <ac:spMkLst>
            <pc:docMk/>
            <pc:sldMk cId="2917897988" sldId="262"/>
            <ac:spMk id="35" creationId="{2B97F24A-32CE-4C1C-A50D-3016B394DCFB}"/>
          </ac:spMkLst>
        </pc:spChg>
        <pc:spChg chg="add del">
          <ac:chgData name="Ali Saleh Alhammadi" userId="8c40c8f5-5cb4-4420-8b84-8224140c7b6f" providerId="ADAL" clId="{E06EA344-CDD6-4AB2-83CF-01C5925F6420}" dt="2025-10-13T17:02:53.937" v="39" actId="26606"/>
          <ac:spMkLst>
            <pc:docMk/>
            <pc:sldMk cId="2917897988" sldId="262"/>
            <ac:spMk id="36" creationId="{CD8B4F24-440B-49E9-B85D-733523DC064B}"/>
          </ac:spMkLst>
        </pc:spChg>
        <pc:spChg chg="add">
          <ac:chgData name="Ali Saleh Alhammadi" userId="8c40c8f5-5cb4-4420-8b84-8224140c7b6f" providerId="ADAL" clId="{E06EA344-CDD6-4AB2-83CF-01C5925F6420}" dt="2025-10-13T17:02:56.561" v="42" actId="26606"/>
          <ac:spMkLst>
            <pc:docMk/>
            <pc:sldMk cId="2917897988" sldId="262"/>
            <ac:spMk id="41" creationId="{32AEEBC8-9D30-42EF-95F2-386C2653FBF0}"/>
          </ac:spMkLst>
        </pc:spChg>
        <pc:spChg chg="add">
          <ac:chgData name="Ali Saleh Alhammadi" userId="8c40c8f5-5cb4-4420-8b84-8224140c7b6f" providerId="ADAL" clId="{E06EA344-CDD6-4AB2-83CF-01C5925F6420}" dt="2025-10-13T17:02:56.561" v="42" actId="26606"/>
          <ac:spMkLst>
            <pc:docMk/>
            <pc:sldMk cId="2917897988" sldId="262"/>
            <ac:spMk id="42" creationId="{2E92FA66-67D7-4CB4-94D3-E643A9AD4757}"/>
          </ac:spMkLst>
        </pc:spChg>
        <pc:grpChg chg="add del">
          <ac:chgData name="Ali Saleh Alhammadi" userId="8c40c8f5-5cb4-4420-8b84-8224140c7b6f" providerId="ADAL" clId="{E06EA344-CDD6-4AB2-83CF-01C5925F6420}" dt="2025-10-13T17:02:49.454" v="33" actId="26606"/>
          <ac:grpSpMkLst>
            <pc:docMk/>
            <pc:sldMk cId="2917897988" sldId="262"/>
            <ac:grpSpMk id="24" creationId="{DD354807-230F-4402-B1B9-F733A8F1F190}"/>
          </ac:grpSpMkLst>
        </pc:grpChg>
        <pc:grpChg chg="add del">
          <ac:chgData name="Ali Saleh Alhammadi" userId="8c40c8f5-5cb4-4420-8b84-8224140c7b6f" providerId="ADAL" clId="{E06EA344-CDD6-4AB2-83CF-01C5925F6420}" dt="2025-10-13T17:02:56.545" v="41" actId="26606"/>
          <ac:grpSpMkLst>
            <pc:docMk/>
            <pc:sldMk cId="2917897988" sldId="262"/>
            <ac:grpSpMk id="38" creationId="{F2221BB3-7B5D-C899-7745-66D7AC3232A7}"/>
          </ac:grpSpMkLst>
        </pc:grpChg>
        <pc:picChg chg="mod">
          <ac:chgData name="Ali Saleh Alhammadi" userId="8c40c8f5-5cb4-4420-8b84-8224140c7b6f" providerId="ADAL" clId="{E06EA344-CDD6-4AB2-83CF-01C5925F6420}" dt="2025-10-13T17:02:56.545" v="41" actId="26606"/>
          <ac:picMkLst>
            <pc:docMk/>
            <pc:sldMk cId="2917897988" sldId="262"/>
            <ac:picMk id="4" creationId="{7C78C975-7AA7-B2FE-E8A3-01F55D264B68}"/>
          </ac:picMkLst>
        </pc:picChg>
        <pc:picChg chg="add mod">
          <ac:chgData name="Ali Saleh Alhammadi" userId="8c40c8f5-5cb4-4420-8b84-8224140c7b6f" providerId="ADAL" clId="{E06EA344-CDD6-4AB2-83CF-01C5925F6420}" dt="2025-10-13T17:53:24.060" v="102"/>
          <ac:picMkLst>
            <pc:docMk/>
            <pc:sldMk cId="2917897988" sldId="262"/>
            <ac:picMk id="6" creationId="{13CD15E0-EF8C-C744-3144-FE643DB54BBD}"/>
          </ac:picMkLst>
        </pc:picChg>
      </pc:sldChg>
      <pc:sldChg chg="addSp delSp modSp mod modTransition modNotesTx">
        <pc:chgData name="Ali Saleh Alhammadi" userId="8c40c8f5-5cb4-4420-8b84-8224140c7b6f" providerId="ADAL" clId="{E06EA344-CDD6-4AB2-83CF-01C5925F6420}" dt="2025-10-13T20:34:36.515" v="118" actId="6549"/>
        <pc:sldMkLst>
          <pc:docMk/>
          <pc:sldMk cId="3599431699" sldId="264"/>
        </pc:sldMkLst>
        <pc:spChg chg="mod">
          <ac:chgData name="Ali Saleh Alhammadi" userId="8c40c8f5-5cb4-4420-8b84-8224140c7b6f" providerId="ADAL" clId="{E06EA344-CDD6-4AB2-83CF-01C5925F6420}" dt="2025-10-13T17:04:55.582" v="84" actId="26606"/>
          <ac:spMkLst>
            <pc:docMk/>
            <pc:sldMk cId="3599431699" sldId="264"/>
            <ac:spMk id="2" creationId="{8774DE03-69AC-F805-2381-8B9FD6F57E9B}"/>
          </ac:spMkLst>
        </pc:spChg>
        <pc:spChg chg="mod">
          <ac:chgData name="Ali Saleh Alhammadi" userId="8c40c8f5-5cb4-4420-8b84-8224140c7b6f" providerId="ADAL" clId="{E06EA344-CDD6-4AB2-83CF-01C5925F6420}" dt="2025-10-13T17:04:55.582" v="84" actId="26606"/>
          <ac:spMkLst>
            <pc:docMk/>
            <pc:sldMk cId="3599431699" sldId="264"/>
            <ac:spMk id="3" creationId="{FECBDAAA-E149-5C9D-E742-955D0BAD3030}"/>
          </ac:spMkLst>
        </pc:spChg>
        <pc:spChg chg="del">
          <ac:chgData name="Ali Saleh Alhammadi" userId="8c40c8f5-5cb4-4420-8b84-8224140c7b6f" providerId="ADAL" clId="{E06EA344-CDD6-4AB2-83CF-01C5925F6420}" dt="2025-10-13T17:04:55.582" v="84" actId="26606"/>
          <ac:spMkLst>
            <pc:docMk/>
            <pc:sldMk cId="3599431699" sldId="264"/>
            <ac:spMk id="8" creationId="{907EF6B7-1338-4443-8C46-6A318D952DFD}"/>
          </ac:spMkLst>
        </pc:spChg>
        <pc:spChg chg="del">
          <ac:chgData name="Ali Saleh Alhammadi" userId="8c40c8f5-5cb4-4420-8b84-8224140c7b6f" providerId="ADAL" clId="{E06EA344-CDD6-4AB2-83CF-01C5925F6420}" dt="2025-10-13T17:04:55.582" v="84" actId="26606"/>
          <ac:spMkLst>
            <pc:docMk/>
            <pc:sldMk cId="3599431699" sldId="264"/>
            <ac:spMk id="10" creationId="{DAAE4CDD-124C-4DCF-9584-B6033B545DD5}"/>
          </ac:spMkLst>
        </pc:spChg>
        <pc:spChg chg="del">
          <ac:chgData name="Ali Saleh Alhammadi" userId="8c40c8f5-5cb4-4420-8b84-8224140c7b6f" providerId="ADAL" clId="{E06EA344-CDD6-4AB2-83CF-01C5925F6420}" dt="2025-10-13T17:04:55.582" v="84" actId="26606"/>
          <ac:spMkLst>
            <pc:docMk/>
            <pc:sldMk cId="3599431699" sldId="264"/>
            <ac:spMk id="12" creationId="{081E4A58-353D-44AE-B2FC-2A74E2E400F7}"/>
          </ac:spMkLst>
        </pc:spChg>
        <pc:spChg chg="add">
          <ac:chgData name="Ali Saleh Alhammadi" userId="8c40c8f5-5cb4-4420-8b84-8224140c7b6f" providerId="ADAL" clId="{E06EA344-CDD6-4AB2-83CF-01C5925F6420}" dt="2025-10-13T17:04:55.582" v="84" actId="26606"/>
          <ac:spMkLst>
            <pc:docMk/>
            <pc:sldMk cId="3599431699" sldId="264"/>
            <ac:spMk id="17" creationId="{18873D23-2DCF-4B31-A009-95721C06E8E1}"/>
          </ac:spMkLst>
        </pc:spChg>
        <pc:spChg chg="add">
          <ac:chgData name="Ali Saleh Alhammadi" userId="8c40c8f5-5cb4-4420-8b84-8224140c7b6f" providerId="ADAL" clId="{E06EA344-CDD6-4AB2-83CF-01C5925F6420}" dt="2025-10-13T17:04:55.582" v="84" actId="26606"/>
          <ac:spMkLst>
            <pc:docMk/>
            <pc:sldMk cId="3599431699" sldId="264"/>
            <ac:spMk id="19" creationId="{C13EF075-D4EF-4929-ADBC-91B27DA19955}"/>
          </ac:spMkLst>
        </pc:spChg>
        <pc:grpChg chg="add">
          <ac:chgData name="Ali Saleh Alhammadi" userId="8c40c8f5-5cb4-4420-8b84-8224140c7b6f" providerId="ADAL" clId="{E06EA344-CDD6-4AB2-83CF-01C5925F6420}" dt="2025-10-13T17:04:55.582" v="84" actId="26606"/>
          <ac:grpSpMkLst>
            <pc:docMk/>
            <pc:sldMk cId="3599431699" sldId="264"/>
            <ac:grpSpMk id="21" creationId="{DAA26DFA-AAB2-4973-9C17-16D587C7B198}"/>
          </ac:grpSpMkLst>
        </pc:grpChg>
        <pc:picChg chg="add mod">
          <ac:chgData name="Ali Saleh Alhammadi" userId="8c40c8f5-5cb4-4420-8b84-8224140c7b6f" providerId="ADAL" clId="{E06EA344-CDD6-4AB2-83CF-01C5925F6420}" dt="2025-10-13T17:53:24.060" v="102"/>
          <ac:picMkLst>
            <pc:docMk/>
            <pc:sldMk cId="3599431699" sldId="264"/>
            <ac:picMk id="5" creationId="{070B1E6D-688E-F4B6-B586-590ECACAC3DC}"/>
          </ac:picMkLst>
        </pc:picChg>
      </pc:sldChg>
      <pc:sldChg chg="addSp delSp modSp mod modTransition setBg">
        <pc:chgData name="Ali Saleh Alhammadi" userId="8c40c8f5-5cb4-4420-8b84-8224140c7b6f" providerId="ADAL" clId="{E06EA344-CDD6-4AB2-83CF-01C5925F6420}" dt="2025-10-13T17:53:24.060" v="102"/>
        <pc:sldMkLst>
          <pc:docMk/>
          <pc:sldMk cId="3123091780" sldId="265"/>
        </pc:sldMkLst>
        <pc:spChg chg="mod">
          <ac:chgData name="Ali Saleh Alhammadi" userId="8c40c8f5-5cb4-4420-8b84-8224140c7b6f" providerId="ADAL" clId="{E06EA344-CDD6-4AB2-83CF-01C5925F6420}" dt="2025-10-13T17:05:14.655" v="94" actId="26606"/>
          <ac:spMkLst>
            <pc:docMk/>
            <pc:sldMk cId="3123091780" sldId="265"/>
            <ac:spMk id="2" creationId="{8774DE03-69AC-F805-2381-8B9FD6F57E9B}"/>
          </ac:spMkLst>
        </pc:spChg>
        <pc:spChg chg="del mod">
          <ac:chgData name="Ali Saleh Alhammadi" userId="8c40c8f5-5cb4-4420-8b84-8224140c7b6f" providerId="ADAL" clId="{E06EA344-CDD6-4AB2-83CF-01C5925F6420}" dt="2025-10-13T17:05:14.718" v="95" actId="26606"/>
          <ac:spMkLst>
            <pc:docMk/>
            <pc:sldMk cId="3123091780" sldId="265"/>
            <ac:spMk id="3" creationId="{FECBDAAA-E149-5C9D-E742-955D0BAD3030}"/>
          </ac:spMkLst>
        </pc:spChg>
        <pc:spChg chg="add del">
          <ac:chgData name="Ali Saleh Alhammadi" userId="8c40c8f5-5cb4-4420-8b84-8224140c7b6f" providerId="ADAL" clId="{E06EA344-CDD6-4AB2-83CF-01C5925F6420}" dt="2025-10-13T17:05:06.174" v="86" actId="26606"/>
          <ac:spMkLst>
            <pc:docMk/>
            <pc:sldMk cId="3123091780" sldId="265"/>
            <ac:spMk id="8" creationId="{DBF61EA3-B236-439E-9C0B-340980D56BEE}"/>
          </ac:spMkLst>
        </pc:spChg>
        <pc:spChg chg="add del">
          <ac:chgData name="Ali Saleh Alhammadi" userId="8c40c8f5-5cb4-4420-8b84-8224140c7b6f" providerId="ADAL" clId="{E06EA344-CDD6-4AB2-83CF-01C5925F6420}" dt="2025-10-13T17:05:06.174" v="86" actId="26606"/>
          <ac:spMkLst>
            <pc:docMk/>
            <pc:sldMk cId="3123091780" sldId="265"/>
            <ac:spMk id="14" creationId="{E659831F-0D9A-4C63-9EBB-8435B85A440F}"/>
          </ac:spMkLst>
        </pc:spChg>
        <pc:spChg chg="add del">
          <ac:chgData name="Ali Saleh Alhammadi" userId="8c40c8f5-5cb4-4420-8b84-8224140c7b6f" providerId="ADAL" clId="{E06EA344-CDD6-4AB2-83CF-01C5925F6420}" dt="2025-10-13T17:05:07.603" v="88" actId="26606"/>
          <ac:spMkLst>
            <pc:docMk/>
            <pc:sldMk cId="3123091780" sldId="265"/>
            <ac:spMk id="15" creationId="{D5B0017B-2ECA-49AF-B397-DC140825DF8D}"/>
          </ac:spMkLst>
        </pc:spChg>
        <pc:spChg chg="add del">
          <ac:chgData name="Ali Saleh Alhammadi" userId="8c40c8f5-5cb4-4420-8b84-8224140c7b6f" providerId="ADAL" clId="{E06EA344-CDD6-4AB2-83CF-01C5925F6420}" dt="2025-10-13T17:05:07.603" v="88" actId="26606"/>
          <ac:spMkLst>
            <pc:docMk/>
            <pc:sldMk cId="3123091780" sldId="265"/>
            <ac:spMk id="16" creationId="{B6CDA21F-E7AF-4C75-8395-33F58D5B0E45}"/>
          </ac:spMkLst>
        </pc:spChg>
        <pc:spChg chg="add del">
          <ac:chgData name="Ali Saleh Alhammadi" userId="8c40c8f5-5cb4-4420-8b84-8224140c7b6f" providerId="ADAL" clId="{E06EA344-CDD6-4AB2-83CF-01C5925F6420}" dt="2025-10-13T17:05:09.911" v="90" actId="26606"/>
          <ac:spMkLst>
            <pc:docMk/>
            <pc:sldMk cId="3123091780" sldId="265"/>
            <ac:spMk id="22" creationId="{100EDD19-6802-4EC3-95CE-CFFAB042CFD6}"/>
          </ac:spMkLst>
        </pc:spChg>
        <pc:spChg chg="add del">
          <ac:chgData name="Ali Saleh Alhammadi" userId="8c40c8f5-5cb4-4420-8b84-8224140c7b6f" providerId="ADAL" clId="{E06EA344-CDD6-4AB2-83CF-01C5925F6420}" dt="2025-10-13T17:05:09.911" v="90" actId="26606"/>
          <ac:spMkLst>
            <pc:docMk/>
            <pc:sldMk cId="3123091780" sldId="265"/>
            <ac:spMk id="23" creationId="{DB17E863-922E-4C26-BD64-E8FD41D28661}"/>
          </ac:spMkLst>
        </pc:spChg>
        <pc:spChg chg="add del">
          <ac:chgData name="Ali Saleh Alhammadi" userId="8c40c8f5-5cb4-4420-8b84-8224140c7b6f" providerId="ADAL" clId="{E06EA344-CDD6-4AB2-83CF-01C5925F6420}" dt="2025-10-13T17:05:11.822" v="92" actId="26606"/>
          <ac:spMkLst>
            <pc:docMk/>
            <pc:sldMk cId="3123091780" sldId="265"/>
            <ac:spMk id="25" creationId="{3AD318CC-E2A8-4E27-9548-A047A78999B1}"/>
          </ac:spMkLst>
        </pc:spChg>
        <pc:spChg chg="add del">
          <ac:chgData name="Ali Saleh Alhammadi" userId="8c40c8f5-5cb4-4420-8b84-8224140c7b6f" providerId="ADAL" clId="{E06EA344-CDD6-4AB2-83CF-01C5925F6420}" dt="2025-10-13T17:05:11.822" v="92" actId="26606"/>
          <ac:spMkLst>
            <pc:docMk/>
            <pc:sldMk cId="3123091780" sldId="265"/>
            <ac:spMk id="27" creationId="{2C1BBA94-3F40-40AA-8BB9-E69E25E537C1}"/>
          </ac:spMkLst>
        </pc:spChg>
        <pc:spChg chg="add del">
          <ac:chgData name="Ali Saleh Alhammadi" userId="8c40c8f5-5cb4-4420-8b84-8224140c7b6f" providerId="ADAL" clId="{E06EA344-CDD6-4AB2-83CF-01C5925F6420}" dt="2025-10-13T17:05:14.655" v="94" actId="26606"/>
          <ac:spMkLst>
            <pc:docMk/>
            <pc:sldMk cId="3123091780" sldId="265"/>
            <ac:spMk id="29" creationId="{8B9AA7C6-5E5A-498E-A6DF-A943376E09BC}"/>
          </ac:spMkLst>
        </pc:spChg>
        <pc:spChg chg="add del">
          <ac:chgData name="Ali Saleh Alhammadi" userId="8c40c8f5-5cb4-4420-8b84-8224140c7b6f" providerId="ADAL" clId="{E06EA344-CDD6-4AB2-83CF-01C5925F6420}" dt="2025-10-13T17:05:14.655" v="94" actId="26606"/>
          <ac:spMkLst>
            <pc:docMk/>
            <pc:sldMk cId="3123091780" sldId="265"/>
            <ac:spMk id="32" creationId="{81E140AE-0ABF-47C8-BF32-7D2F0CF2BA44}"/>
          </ac:spMkLst>
        </pc:spChg>
        <pc:spChg chg="add del">
          <ac:chgData name="Ali Saleh Alhammadi" userId="8c40c8f5-5cb4-4420-8b84-8224140c7b6f" providerId="ADAL" clId="{E06EA344-CDD6-4AB2-83CF-01C5925F6420}" dt="2025-10-13T17:05:14.655" v="94" actId="26606"/>
          <ac:spMkLst>
            <pc:docMk/>
            <pc:sldMk cId="3123091780" sldId="265"/>
            <ac:spMk id="33" creationId="{CBC4F608-B4B8-48C3-9572-C0F061B1CD99}"/>
          </ac:spMkLst>
        </pc:spChg>
        <pc:grpChg chg="add del">
          <ac:chgData name="Ali Saleh Alhammadi" userId="8c40c8f5-5cb4-4420-8b84-8224140c7b6f" providerId="ADAL" clId="{E06EA344-CDD6-4AB2-83CF-01C5925F6420}" dt="2025-10-13T17:05:06.174" v="86" actId="26606"/>
          <ac:grpSpMkLst>
            <pc:docMk/>
            <pc:sldMk cId="3123091780" sldId="265"/>
            <ac:grpSpMk id="10" creationId="{28FAF094-D087-493F-8DF9-A486C2D6BBAA}"/>
          </ac:grpSpMkLst>
        </pc:grpChg>
        <pc:grpChg chg="add del">
          <ac:chgData name="Ali Saleh Alhammadi" userId="8c40c8f5-5cb4-4420-8b84-8224140c7b6f" providerId="ADAL" clId="{E06EA344-CDD6-4AB2-83CF-01C5925F6420}" dt="2025-10-13T17:05:07.603" v="88" actId="26606"/>
          <ac:grpSpMkLst>
            <pc:docMk/>
            <pc:sldMk cId="3123091780" sldId="265"/>
            <ac:grpSpMk id="18" creationId="{AE1C45F0-260A-458C-96ED-C1F6D2151219}"/>
          </ac:grpSpMkLst>
        </pc:grpChg>
        <pc:grpChg chg="add del">
          <ac:chgData name="Ali Saleh Alhammadi" userId="8c40c8f5-5cb4-4420-8b84-8224140c7b6f" providerId="ADAL" clId="{E06EA344-CDD6-4AB2-83CF-01C5925F6420}" dt="2025-10-13T17:05:11.822" v="92" actId="26606"/>
          <ac:grpSpMkLst>
            <pc:docMk/>
            <pc:sldMk cId="3123091780" sldId="265"/>
            <ac:grpSpMk id="26" creationId="{B14B560F-9DD7-4302-A60B-EBD3EF59B073}"/>
          </ac:grpSpMkLst>
        </pc:grpChg>
        <pc:grpChg chg="add del">
          <ac:chgData name="Ali Saleh Alhammadi" userId="8c40c8f5-5cb4-4420-8b84-8224140c7b6f" providerId="ADAL" clId="{E06EA344-CDD6-4AB2-83CF-01C5925F6420}" dt="2025-10-13T17:05:14.655" v="94" actId="26606"/>
          <ac:grpSpMkLst>
            <pc:docMk/>
            <pc:sldMk cId="3123091780" sldId="265"/>
            <ac:grpSpMk id="30" creationId="{83EAB11A-76F7-48F4-9B4F-5BFDF4BF9670}"/>
          </ac:grpSpMkLst>
        </pc:grpChg>
        <pc:graphicFrameChg chg="add">
          <ac:chgData name="Ali Saleh Alhammadi" userId="8c40c8f5-5cb4-4420-8b84-8224140c7b6f" providerId="ADAL" clId="{E06EA344-CDD6-4AB2-83CF-01C5925F6420}" dt="2025-10-13T17:05:14.718" v="95" actId="26606"/>
          <ac:graphicFrameMkLst>
            <pc:docMk/>
            <pc:sldMk cId="3123091780" sldId="265"/>
            <ac:graphicFrameMk id="5" creationId="{C1416163-D4A8-E85B-E2DE-1F9D51535649}"/>
          </ac:graphicFrameMkLst>
        </pc:graphicFrameChg>
        <pc:picChg chg="add mod">
          <ac:chgData name="Ali Saleh Alhammadi" userId="8c40c8f5-5cb4-4420-8b84-8224140c7b6f" providerId="ADAL" clId="{E06EA344-CDD6-4AB2-83CF-01C5925F6420}" dt="2025-10-13T17:53:24.060" v="102"/>
          <ac:picMkLst>
            <pc:docMk/>
            <pc:sldMk cId="3123091780" sldId="265"/>
            <ac:picMk id="4" creationId="{C64D9073-ADA2-0C33-C87F-0F61426803D4}"/>
          </ac:picMkLst>
        </pc:picChg>
        <pc:cxnChg chg="add del">
          <ac:chgData name="Ali Saleh Alhammadi" userId="8c40c8f5-5cb4-4420-8b84-8224140c7b6f" providerId="ADAL" clId="{E06EA344-CDD6-4AB2-83CF-01C5925F6420}" dt="2025-10-13T17:05:07.603" v="88" actId="26606"/>
          <ac:cxnSpMkLst>
            <pc:docMk/>
            <pc:sldMk cId="3123091780" sldId="265"/>
            <ac:cxnSpMk id="17" creationId="{6CF1BAF6-AD41-4082-B212-8A1F9A2E8779}"/>
          </ac:cxnSpMkLst>
        </pc:cxnChg>
      </pc:sldChg>
      <pc:sldChg chg="addSp delSp modSp mod modTransition modNotesTx">
        <pc:chgData name="Ali Saleh Alhammadi" userId="8c40c8f5-5cb4-4420-8b84-8224140c7b6f" providerId="ADAL" clId="{E06EA344-CDD6-4AB2-83CF-01C5925F6420}" dt="2025-10-13T20:33:22.800" v="107" actId="6549"/>
        <pc:sldMkLst>
          <pc:docMk/>
          <pc:sldMk cId="2525098841" sldId="268"/>
        </pc:sldMkLst>
        <pc:spChg chg="mod">
          <ac:chgData name="Ali Saleh Alhammadi" userId="8c40c8f5-5cb4-4420-8b84-8224140c7b6f" providerId="ADAL" clId="{E06EA344-CDD6-4AB2-83CF-01C5925F6420}" dt="2025-10-13T17:13:09.009" v="100" actId="1076"/>
          <ac:spMkLst>
            <pc:docMk/>
            <pc:sldMk cId="2525098841" sldId="268"/>
            <ac:spMk id="2" creationId="{372F8593-1C84-06B0-4F9D-E14EB59882CE}"/>
          </ac:spMkLst>
        </pc:spChg>
        <pc:spChg chg="mod ord">
          <ac:chgData name="Ali Saleh Alhammadi" userId="8c40c8f5-5cb4-4420-8b84-8224140c7b6f" providerId="ADAL" clId="{E06EA344-CDD6-4AB2-83CF-01C5925F6420}" dt="2025-10-13T17:02:06.866" v="25" actId="26606"/>
          <ac:spMkLst>
            <pc:docMk/>
            <pc:sldMk cId="2525098841" sldId="268"/>
            <ac:spMk id="3" creationId="{29B70D2D-4B5B-5C85-9EB8-7F06EE40A3C0}"/>
          </ac:spMkLst>
        </pc:spChg>
        <pc:spChg chg="add del">
          <ac:chgData name="Ali Saleh Alhammadi" userId="8c40c8f5-5cb4-4420-8b84-8224140c7b6f" providerId="ADAL" clId="{E06EA344-CDD6-4AB2-83CF-01C5925F6420}" dt="2025-10-13T17:02:06.866" v="25" actId="26606"/>
          <ac:spMkLst>
            <pc:docMk/>
            <pc:sldMk cId="2525098841" sldId="268"/>
            <ac:spMk id="9" creationId="{0288C6B4-AFC3-407F-A595-EFFD38D4CCAF}"/>
          </ac:spMkLst>
        </pc:spChg>
        <pc:spChg chg="add del">
          <ac:chgData name="Ali Saleh Alhammadi" userId="8c40c8f5-5cb4-4420-8b84-8224140c7b6f" providerId="ADAL" clId="{E06EA344-CDD6-4AB2-83CF-01C5925F6420}" dt="2025-10-13T17:02:06.866" v="25" actId="26606"/>
          <ac:spMkLst>
            <pc:docMk/>
            <pc:sldMk cId="2525098841" sldId="268"/>
            <ac:spMk id="11" creationId="{CF236821-17FE-429B-8D2C-08E13A64EA40}"/>
          </ac:spMkLst>
        </pc:spChg>
        <pc:spChg chg="add del">
          <ac:chgData name="Ali Saleh Alhammadi" userId="8c40c8f5-5cb4-4420-8b84-8224140c7b6f" providerId="ADAL" clId="{E06EA344-CDD6-4AB2-83CF-01C5925F6420}" dt="2025-10-13T17:02:06.866" v="25" actId="26606"/>
          <ac:spMkLst>
            <pc:docMk/>
            <pc:sldMk cId="2525098841" sldId="268"/>
            <ac:spMk id="13" creationId="{C0BDBCD2-E081-43AB-9119-C55465E59757}"/>
          </ac:spMkLst>
        </pc:spChg>
        <pc:spChg chg="add del">
          <ac:chgData name="Ali Saleh Alhammadi" userId="8c40c8f5-5cb4-4420-8b84-8224140c7b6f" providerId="ADAL" clId="{E06EA344-CDD6-4AB2-83CF-01C5925F6420}" dt="2025-10-13T17:02:06.866" v="25" actId="26606"/>
          <ac:spMkLst>
            <pc:docMk/>
            <pc:sldMk cId="2525098841" sldId="268"/>
            <ac:spMk id="15" creationId="{98E79BE4-34FE-485A-98A5-92CE8F7C4743}"/>
          </ac:spMkLst>
        </pc:spChg>
        <pc:spChg chg="add del">
          <ac:chgData name="Ali Saleh Alhammadi" userId="8c40c8f5-5cb4-4420-8b84-8224140c7b6f" providerId="ADAL" clId="{E06EA344-CDD6-4AB2-83CF-01C5925F6420}" dt="2025-10-13T17:02:06.866" v="25" actId="26606"/>
          <ac:spMkLst>
            <pc:docMk/>
            <pc:sldMk cId="2525098841" sldId="268"/>
            <ac:spMk id="17" creationId="{7A5F0580-5EE9-419F-96EE-B6529EF6E7D0}"/>
          </ac:spMkLst>
        </pc:spChg>
        <pc:spChg chg="add del">
          <ac:chgData name="Ali Saleh Alhammadi" userId="8c40c8f5-5cb4-4420-8b84-8224140c7b6f" providerId="ADAL" clId="{E06EA344-CDD6-4AB2-83CF-01C5925F6420}" dt="2025-10-13T17:02:06.835" v="24" actId="26606"/>
          <ac:spMkLst>
            <pc:docMk/>
            <pc:sldMk cId="2525098841" sldId="268"/>
            <ac:spMk id="24" creationId="{CF236821-17FE-429B-8D2C-08E13A64EA40}"/>
          </ac:spMkLst>
        </pc:spChg>
        <pc:spChg chg="add del">
          <ac:chgData name="Ali Saleh Alhammadi" userId="8c40c8f5-5cb4-4420-8b84-8224140c7b6f" providerId="ADAL" clId="{E06EA344-CDD6-4AB2-83CF-01C5925F6420}" dt="2025-10-13T17:02:06.835" v="24" actId="26606"/>
          <ac:spMkLst>
            <pc:docMk/>
            <pc:sldMk cId="2525098841" sldId="268"/>
            <ac:spMk id="26" creationId="{C0BDBCD2-E081-43AB-9119-C55465E59757}"/>
          </ac:spMkLst>
        </pc:spChg>
        <pc:spChg chg="add del">
          <ac:chgData name="Ali Saleh Alhammadi" userId="8c40c8f5-5cb4-4420-8b84-8224140c7b6f" providerId="ADAL" clId="{E06EA344-CDD6-4AB2-83CF-01C5925F6420}" dt="2025-10-13T17:02:06.835" v="24" actId="26606"/>
          <ac:spMkLst>
            <pc:docMk/>
            <pc:sldMk cId="2525098841" sldId="268"/>
            <ac:spMk id="28" creationId="{98E79BE4-34FE-485A-98A5-92CE8F7C4743}"/>
          </ac:spMkLst>
        </pc:spChg>
        <pc:spChg chg="add del">
          <ac:chgData name="Ali Saleh Alhammadi" userId="8c40c8f5-5cb4-4420-8b84-8224140c7b6f" providerId="ADAL" clId="{E06EA344-CDD6-4AB2-83CF-01C5925F6420}" dt="2025-10-13T17:02:06.835" v="24" actId="26606"/>
          <ac:spMkLst>
            <pc:docMk/>
            <pc:sldMk cId="2525098841" sldId="268"/>
            <ac:spMk id="30" creationId="{7A5F0580-5EE9-419F-96EE-B6529EF6E7D0}"/>
          </ac:spMkLst>
        </pc:spChg>
        <pc:spChg chg="add">
          <ac:chgData name="Ali Saleh Alhammadi" userId="8c40c8f5-5cb4-4420-8b84-8224140c7b6f" providerId="ADAL" clId="{E06EA344-CDD6-4AB2-83CF-01C5925F6420}" dt="2025-10-13T17:02:06.866" v="25" actId="26606"/>
          <ac:spMkLst>
            <pc:docMk/>
            <pc:sldMk cId="2525098841" sldId="268"/>
            <ac:spMk id="32" creationId="{9A724DBA-D2D9-471E-8ED7-2015DDD950DF}"/>
          </ac:spMkLst>
        </pc:spChg>
        <pc:spChg chg="add">
          <ac:chgData name="Ali Saleh Alhammadi" userId="8c40c8f5-5cb4-4420-8b84-8224140c7b6f" providerId="ADAL" clId="{E06EA344-CDD6-4AB2-83CF-01C5925F6420}" dt="2025-10-13T17:02:06.866" v="25" actId="26606"/>
          <ac:spMkLst>
            <pc:docMk/>
            <pc:sldMk cId="2525098841" sldId="268"/>
            <ac:spMk id="34" creationId="{2C1BBA94-3F40-40AA-8BB9-E69E25E537C1}"/>
          </ac:spMkLst>
        </pc:spChg>
        <pc:spChg chg="add">
          <ac:chgData name="Ali Saleh Alhammadi" userId="8c40c8f5-5cb4-4420-8b84-8224140c7b6f" providerId="ADAL" clId="{E06EA344-CDD6-4AB2-83CF-01C5925F6420}" dt="2025-10-13T17:02:06.866" v="25" actId="26606"/>
          <ac:spMkLst>
            <pc:docMk/>
            <pc:sldMk cId="2525098841" sldId="268"/>
            <ac:spMk id="35" creationId="{169CC832-2974-4E8D-90ED-3E2941BA7336}"/>
          </ac:spMkLst>
        </pc:spChg>
        <pc:spChg chg="add">
          <ac:chgData name="Ali Saleh Alhammadi" userId="8c40c8f5-5cb4-4420-8b84-8224140c7b6f" providerId="ADAL" clId="{E06EA344-CDD6-4AB2-83CF-01C5925F6420}" dt="2025-10-13T17:02:06.866" v="25" actId="26606"/>
          <ac:spMkLst>
            <pc:docMk/>
            <pc:sldMk cId="2525098841" sldId="268"/>
            <ac:spMk id="36" creationId="{55222F96-971A-4F90-B841-6BAB416C7AC1}"/>
          </ac:spMkLst>
        </pc:spChg>
        <pc:picChg chg="add mod">
          <ac:chgData name="Ali Saleh Alhammadi" userId="8c40c8f5-5cb4-4420-8b84-8224140c7b6f" providerId="ADAL" clId="{E06EA344-CDD6-4AB2-83CF-01C5925F6420}" dt="2025-10-13T17:53:24.060" v="102"/>
          <ac:picMkLst>
            <pc:docMk/>
            <pc:sldMk cId="2525098841" sldId="268"/>
            <ac:picMk id="6" creationId="{A8555E4F-4350-7835-B56C-B04F18CE103D}"/>
          </ac:picMkLst>
        </pc:picChg>
      </pc:sldChg>
      <pc:sldChg chg="addSp delSp modSp mod modTransition setBg modNotesTx">
        <pc:chgData name="Ali Saleh Alhammadi" userId="8c40c8f5-5cb4-4420-8b84-8224140c7b6f" providerId="ADAL" clId="{E06EA344-CDD6-4AB2-83CF-01C5925F6420}" dt="2025-10-13T20:34:21.827" v="115" actId="6549"/>
        <pc:sldMkLst>
          <pc:docMk/>
          <pc:sldMk cId="3949685816" sldId="269"/>
        </pc:sldMkLst>
        <pc:spChg chg="mod">
          <ac:chgData name="Ali Saleh Alhammadi" userId="8c40c8f5-5cb4-4420-8b84-8224140c7b6f" providerId="ADAL" clId="{E06EA344-CDD6-4AB2-83CF-01C5925F6420}" dt="2025-10-13T17:03:50.056" v="57" actId="26606"/>
          <ac:spMkLst>
            <pc:docMk/>
            <pc:sldMk cId="3949685816" sldId="269"/>
            <ac:spMk id="2" creationId="{8774DE03-69AC-F805-2381-8B9FD6F57E9B}"/>
          </ac:spMkLst>
        </pc:spChg>
        <pc:spChg chg="mod">
          <ac:chgData name="Ali Saleh Alhammadi" userId="8c40c8f5-5cb4-4420-8b84-8224140c7b6f" providerId="ADAL" clId="{E06EA344-CDD6-4AB2-83CF-01C5925F6420}" dt="2025-10-13T17:03:50.056" v="57" actId="26606"/>
          <ac:spMkLst>
            <pc:docMk/>
            <pc:sldMk cId="3949685816" sldId="269"/>
            <ac:spMk id="4" creationId="{9C0A5C76-5653-0D56-7BA3-7BA6C892D706}"/>
          </ac:spMkLst>
        </pc:spChg>
        <pc:spChg chg="add del">
          <ac:chgData name="Ali Saleh Alhammadi" userId="8c40c8f5-5cb4-4420-8b84-8224140c7b6f" providerId="ADAL" clId="{E06EA344-CDD6-4AB2-83CF-01C5925F6420}" dt="2025-10-13T17:03:39.577" v="48" actId="26606"/>
          <ac:spMkLst>
            <pc:docMk/>
            <pc:sldMk cId="3949685816" sldId="269"/>
            <ac:spMk id="12" creationId="{71877DBC-BB60-40F0-AC93-2ACDBAAE60CE}"/>
          </ac:spMkLst>
        </pc:spChg>
        <pc:spChg chg="add del">
          <ac:chgData name="Ali Saleh Alhammadi" userId="8c40c8f5-5cb4-4420-8b84-8224140c7b6f" providerId="ADAL" clId="{E06EA344-CDD6-4AB2-83CF-01C5925F6420}" dt="2025-10-13T17:03:35.897" v="46" actId="26606"/>
          <ac:spMkLst>
            <pc:docMk/>
            <pc:sldMk cId="3949685816" sldId="269"/>
            <ac:spMk id="14" creationId="{2C1BBA94-3F40-40AA-8BB9-E69E25E537C1}"/>
          </ac:spMkLst>
        </pc:spChg>
        <pc:spChg chg="add del">
          <ac:chgData name="Ali Saleh Alhammadi" userId="8c40c8f5-5cb4-4420-8b84-8224140c7b6f" providerId="ADAL" clId="{E06EA344-CDD6-4AB2-83CF-01C5925F6420}" dt="2025-10-13T17:03:35.897" v="46" actId="26606"/>
          <ac:spMkLst>
            <pc:docMk/>
            <pc:sldMk cId="3949685816" sldId="269"/>
            <ac:spMk id="15" creationId="{9A724DBA-D2D9-471E-8ED7-2015DDD950DF}"/>
          </ac:spMkLst>
        </pc:spChg>
        <pc:spChg chg="add del">
          <ac:chgData name="Ali Saleh Alhammadi" userId="8c40c8f5-5cb4-4420-8b84-8224140c7b6f" providerId="ADAL" clId="{E06EA344-CDD6-4AB2-83CF-01C5925F6420}" dt="2025-10-13T17:03:35.897" v="46" actId="26606"/>
          <ac:spMkLst>
            <pc:docMk/>
            <pc:sldMk cId="3949685816" sldId="269"/>
            <ac:spMk id="16" creationId="{169CC832-2974-4E8D-90ED-3E2941BA7336}"/>
          </ac:spMkLst>
        </pc:spChg>
        <pc:spChg chg="add del">
          <ac:chgData name="Ali Saleh Alhammadi" userId="8c40c8f5-5cb4-4420-8b84-8224140c7b6f" providerId="ADAL" clId="{E06EA344-CDD6-4AB2-83CF-01C5925F6420}" dt="2025-10-13T17:03:35.897" v="46" actId="26606"/>
          <ac:spMkLst>
            <pc:docMk/>
            <pc:sldMk cId="3949685816" sldId="269"/>
            <ac:spMk id="17" creationId="{08980754-6F4B-43C9-B9BE-127B6BED6586}"/>
          </ac:spMkLst>
        </pc:spChg>
        <pc:spChg chg="add del">
          <ac:chgData name="Ali Saleh Alhammadi" userId="8c40c8f5-5cb4-4420-8b84-8224140c7b6f" providerId="ADAL" clId="{E06EA344-CDD6-4AB2-83CF-01C5925F6420}" dt="2025-10-13T17:03:35.897" v="46" actId="26606"/>
          <ac:spMkLst>
            <pc:docMk/>
            <pc:sldMk cId="3949685816" sldId="269"/>
            <ac:spMk id="18" creationId="{55222F96-971A-4F90-B841-6BAB416C7AC1}"/>
          </ac:spMkLst>
        </pc:spChg>
        <pc:spChg chg="add del">
          <ac:chgData name="Ali Saleh Alhammadi" userId="8c40c8f5-5cb4-4420-8b84-8224140c7b6f" providerId="ADAL" clId="{E06EA344-CDD6-4AB2-83CF-01C5925F6420}" dt="2025-10-13T17:03:39.577" v="48" actId="26606"/>
          <ac:spMkLst>
            <pc:docMk/>
            <pc:sldMk cId="3949685816" sldId="269"/>
            <ac:spMk id="20" creationId="{743AA782-23D1-4521-8CAD-47662984AA08}"/>
          </ac:spMkLst>
        </pc:spChg>
        <pc:spChg chg="add del">
          <ac:chgData name="Ali Saleh Alhammadi" userId="8c40c8f5-5cb4-4420-8b84-8224140c7b6f" providerId="ADAL" clId="{E06EA344-CDD6-4AB2-83CF-01C5925F6420}" dt="2025-10-13T17:03:41.540" v="50" actId="26606"/>
          <ac:spMkLst>
            <pc:docMk/>
            <pc:sldMk cId="3949685816" sldId="269"/>
            <ac:spMk id="22" creationId="{2EB492CD-616E-47F8-933B-5E2D952A0593}"/>
          </ac:spMkLst>
        </pc:spChg>
        <pc:spChg chg="add del">
          <ac:chgData name="Ali Saleh Alhammadi" userId="8c40c8f5-5cb4-4420-8b84-8224140c7b6f" providerId="ADAL" clId="{E06EA344-CDD6-4AB2-83CF-01C5925F6420}" dt="2025-10-13T17:03:41.540" v="50" actId="26606"/>
          <ac:spMkLst>
            <pc:docMk/>
            <pc:sldMk cId="3949685816" sldId="269"/>
            <ac:spMk id="23" creationId="{59383CF9-23B5-4335-9B21-1791C4CF1C75}"/>
          </ac:spMkLst>
        </pc:spChg>
        <pc:spChg chg="add del">
          <ac:chgData name="Ali Saleh Alhammadi" userId="8c40c8f5-5cb4-4420-8b84-8224140c7b6f" providerId="ADAL" clId="{E06EA344-CDD6-4AB2-83CF-01C5925F6420}" dt="2025-10-13T17:03:41.540" v="50" actId="26606"/>
          <ac:spMkLst>
            <pc:docMk/>
            <pc:sldMk cId="3949685816" sldId="269"/>
            <ac:spMk id="24" creationId="{0007FE00-9498-4706-B255-6437B0252C02}"/>
          </ac:spMkLst>
        </pc:spChg>
        <pc:spChg chg="add del">
          <ac:chgData name="Ali Saleh Alhammadi" userId="8c40c8f5-5cb4-4420-8b84-8224140c7b6f" providerId="ADAL" clId="{E06EA344-CDD6-4AB2-83CF-01C5925F6420}" dt="2025-10-13T17:03:45.352" v="52" actId="26606"/>
          <ac:spMkLst>
            <pc:docMk/>
            <pc:sldMk cId="3949685816" sldId="269"/>
            <ac:spMk id="26" creationId="{2B97F24A-32CE-4C1C-A50D-3016B394DCFB}"/>
          </ac:spMkLst>
        </pc:spChg>
        <pc:spChg chg="add del">
          <ac:chgData name="Ali Saleh Alhammadi" userId="8c40c8f5-5cb4-4420-8b84-8224140c7b6f" providerId="ADAL" clId="{E06EA344-CDD6-4AB2-83CF-01C5925F6420}" dt="2025-10-13T17:03:45.352" v="52" actId="26606"/>
          <ac:spMkLst>
            <pc:docMk/>
            <pc:sldMk cId="3949685816" sldId="269"/>
            <ac:spMk id="27" creationId="{6357EC4F-235E-4222-A36F-C7878ACE37F2}"/>
          </ac:spMkLst>
        </pc:spChg>
        <pc:spChg chg="add del">
          <ac:chgData name="Ali Saleh Alhammadi" userId="8c40c8f5-5cb4-4420-8b84-8224140c7b6f" providerId="ADAL" clId="{E06EA344-CDD6-4AB2-83CF-01C5925F6420}" dt="2025-10-13T17:03:46.856" v="54" actId="26606"/>
          <ac:spMkLst>
            <pc:docMk/>
            <pc:sldMk cId="3949685816" sldId="269"/>
            <ac:spMk id="29" creationId="{9A724DBA-D2D9-471E-8ED7-2015DDD950DF}"/>
          </ac:spMkLst>
        </pc:spChg>
        <pc:spChg chg="add del">
          <ac:chgData name="Ali Saleh Alhammadi" userId="8c40c8f5-5cb4-4420-8b84-8224140c7b6f" providerId="ADAL" clId="{E06EA344-CDD6-4AB2-83CF-01C5925F6420}" dt="2025-10-13T17:03:46.856" v="54" actId="26606"/>
          <ac:spMkLst>
            <pc:docMk/>
            <pc:sldMk cId="3949685816" sldId="269"/>
            <ac:spMk id="30" creationId="{08980754-6F4B-43C9-B9BE-127B6BED6586}"/>
          </ac:spMkLst>
        </pc:spChg>
        <pc:spChg chg="add del">
          <ac:chgData name="Ali Saleh Alhammadi" userId="8c40c8f5-5cb4-4420-8b84-8224140c7b6f" providerId="ADAL" clId="{E06EA344-CDD6-4AB2-83CF-01C5925F6420}" dt="2025-10-13T17:03:46.856" v="54" actId="26606"/>
          <ac:spMkLst>
            <pc:docMk/>
            <pc:sldMk cId="3949685816" sldId="269"/>
            <ac:spMk id="31" creationId="{2C1BBA94-3F40-40AA-8BB9-E69E25E537C1}"/>
          </ac:spMkLst>
        </pc:spChg>
        <pc:spChg chg="add del">
          <ac:chgData name="Ali Saleh Alhammadi" userId="8c40c8f5-5cb4-4420-8b84-8224140c7b6f" providerId="ADAL" clId="{E06EA344-CDD6-4AB2-83CF-01C5925F6420}" dt="2025-10-13T17:03:46.856" v="54" actId="26606"/>
          <ac:spMkLst>
            <pc:docMk/>
            <pc:sldMk cId="3949685816" sldId="269"/>
            <ac:spMk id="32" creationId="{169CC832-2974-4E8D-90ED-3E2941BA7336}"/>
          </ac:spMkLst>
        </pc:spChg>
        <pc:spChg chg="add del">
          <ac:chgData name="Ali Saleh Alhammadi" userId="8c40c8f5-5cb4-4420-8b84-8224140c7b6f" providerId="ADAL" clId="{E06EA344-CDD6-4AB2-83CF-01C5925F6420}" dt="2025-10-13T17:03:46.856" v="54" actId="26606"/>
          <ac:spMkLst>
            <pc:docMk/>
            <pc:sldMk cId="3949685816" sldId="269"/>
            <ac:spMk id="33" creationId="{55222F96-971A-4F90-B841-6BAB416C7AC1}"/>
          </ac:spMkLst>
        </pc:spChg>
        <pc:spChg chg="add">
          <ac:chgData name="Ali Saleh Alhammadi" userId="8c40c8f5-5cb4-4420-8b84-8224140c7b6f" providerId="ADAL" clId="{E06EA344-CDD6-4AB2-83CF-01C5925F6420}" dt="2025-10-13T17:03:50.056" v="57" actId="26606"/>
          <ac:spMkLst>
            <pc:docMk/>
            <pc:sldMk cId="3949685816" sldId="269"/>
            <ac:spMk id="38" creationId="{9A724DBA-D2D9-471E-8ED7-2015DDD950DF}"/>
          </ac:spMkLst>
        </pc:spChg>
        <pc:spChg chg="add">
          <ac:chgData name="Ali Saleh Alhammadi" userId="8c40c8f5-5cb4-4420-8b84-8224140c7b6f" providerId="ADAL" clId="{E06EA344-CDD6-4AB2-83CF-01C5925F6420}" dt="2025-10-13T17:03:50.056" v="57" actId="26606"/>
          <ac:spMkLst>
            <pc:docMk/>
            <pc:sldMk cId="3949685816" sldId="269"/>
            <ac:spMk id="39" creationId="{08980754-6F4B-43C9-B9BE-127B6BED6586}"/>
          </ac:spMkLst>
        </pc:spChg>
        <pc:spChg chg="add">
          <ac:chgData name="Ali Saleh Alhammadi" userId="8c40c8f5-5cb4-4420-8b84-8224140c7b6f" providerId="ADAL" clId="{E06EA344-CDD6-4AB2-83CF-01C5925F6420}" dt="2025-10-13T17:03:50.056" v="57" actId="26606"/>
          <ac:spMkLst>
            <pc:docMk/>
            <pc:sldMk cId="3949685816" sldId="269"/>
            <ac:spMk id="40" creationId="{2C1BBA94-3F40-40AA-8BB9-E69E25E537C1}"/>
          </ac:spMkLst>
        </pc:spChg>
        <pc:spChg chg="add">
          <ac:chgData name="Ali Saleh Alhammadi" userId="8c40c8f5-5cb4-4420-8b84-8224140c7b6f" providerId="ADAL" clId="{E06EA344-CDD6-4AB2-83CF-01C5925F6420}" dt="2025-10-13T17:03:50.056" v="57" actId="26606"/>
          <ac:spMkLst>
            <pc:docMk/>
            <pc:sldMk cId="3949685816" sldId="269"/>
            <ac:spMk id="41" creationId="{169CC832-2974-4E8D-90ED-3E2941BA7336}"/>
          </ac:spMkLst>
        </pc:spChg>
        <pc:spChg chg="add">
          <ac:chgData name="Ali Saleh Alhammadi" userId="8c40c8f5-5cb4-4420-8b84-8224140c7b6f" providerId="ADAL" clId="{E06EA344-CDD6-4AB2-83CF-01C5925F6420}" dt="2025-10-13T17:03:50.056" v="57" actId="26606"/>
          <ac:spMkLst>
            <pc:docMk/>
            <pc:sldMk cId="3949685816" sldId="269"/>
            <ac:spMk id="42" creationId="{55222F96-971A-4F90-B841-6BAB416C7AC1}"/>
          </ac:spMkLst>
        </pc:spChg>
        <pc:grpChg chg="add del">
          <ac:chgData name="Ali Saleh Alhammadi" userId="8c40c8f5-5cb4-4420-8b84-8224140c7b6f" providerId="ADAL" clId="{E06EA344-CDD6-4AB2-83CF-01C5925F6420}" dt="2025-10-13T17:03:32.538" v="44" actId="26606"/>
          <ac:grpSpMkLst>
            <pc:docMk/>
            <pc:sldMk cId="3949685816" sldId="269"/>
            <ac:grpSpMk id="10" creationId="{6258F736-B256-8039-9DC6-F4E49A5C5AD5}"/>
          </ac:grpSpMkLst>
        </pc:grpChg>
        <pc:grpChg chg="add del">
          <ac:chgData name="Ali Saleh Alhammadi" userId="8c40c8f5-5cb4-4420-8b84-8224140c7b6f" providerId="ADAL" clId="{E06EA344-CDD6-4AB2-83CF-01C5925F6420}" dt="2025-10-13T17:03:50.035" v="56" actId="26606"/>
          <ac:grpSpMkLst>
            <pc:docMk/>
            <pc:sldMk cId="3949685816" sldId="269"/>
            <ac:grpSpMk id="35" creationId="{6258F736-B256-8039-9DC6-F4E49A5C5AD5}"/>
          </ac:grpSpMkLst>
        </pc:grpChg>
        <pc:picChg chg="mod ord">
          <ac:chgData name="Ali Saleh Alhammadi" userId="8c40c8f5-5cb4-4420-8b84-8224140c7b6f" providerId="ADAL" clId="{E06EA344-CDD6-4AB2-83CF-01C5925F6420}" dt="2025-10-13T17:03:50.056" v="57" actId="26606"/>
          <ac:picMkLst>
            <pc:docMk/>
            <pc:sldMk cId="3949685816" sldId="269"/>
            <ac:picMk id="5" creationId="{1A2BB99E-98D8-85DC-77A6-DCECE3762EB3}"/>
          </ac:picMkLst>
        </pc:picChg>
        <pc:picChg chg="add mod">
          <ac:chgData name="Ali Saleh Alhammadi" userId="8c40c8f5-5cb4-4420-8b84-8224140c7b6f" providerId="ADAL" clId="{E06EA344-CDD6-4AB2-83CF-01C5925F6420}" dt="2025-10-13T17:53:24.060" v="102"/>
          <ac:picMkLst>
            <pc:docMk/>
            <pc:sldMk cId="3949685816" sldId="269"/>
            <ac:picMk id="6" creationId="{BA77E1EB-C5D7-17A8-184F-7389B423086F}"/>
          </ac:picMkLst>
        </pc:picChg>
      </pc:sldChg>
      <pc:sldChg chg="addSp modSp modTransition modNotesTx">
        <pc:chgData name="Ali Saleh Alhammadi" userId="8c40c8f5-5cb4-4420-8b84-8224140c7b6f" providerId="ADAL" clId="{E06EA344-CDD6-4AB2-83CF-01C5925F6420}" dt="2025-10-13T20:33:47.523" v="112" actId="6549"/>
        <pc:sldMkLst>
          <pc:docMk/>
          <pc:sldMk cId="2091202138" sldId="270"/>
        </pc:sldMkLst>
        <pc:picChg chg="add mod">
          <ac:chgData name="Ali Saleh Alhammadi" userId="8c40c8f5-5cb4-4420-8b84-8224140c7b6f" providerId="ADAL" clId="{E06EA344-CDD6-4AB2-83CF-01C5925F6420}" dt="2025-10-13T17:53:24.060" v="102"/>
          <ac:picMkLst>
            <pc:docMk/>
            <pc:sldMk cId="2091202138" sldId="270"/>
            <ac:picMk id="5" creationId="{24B281DC-BD21-7A44-B590-74439B808E11}"/>
          </ac:picMkLst>
        </pc:picChg>
      </pc:sldChg>
      <pc:sldChg chg="addSp modSp modTransition modNotesTx">
        <pc:chgData name="Ali Saleh Alhammadi" userId="8c40c8f5-5cb4-4420-8b84-8224140c7b6f" providerId="ADAL" clId="{E06EA344-CDD6-4AB2-83CF-01C5925F6420}" dt="2025-10-13T20:33:51.336" v="113" actId="6549"/>
        <pc:sldMkLst>
          <pc:docMk/>
          <pc:sldMk cId="410885876" sldId="271"/>
        </pc:sldMkLst>
        <pc:picChg chg="add mod">
          <ac:chgData name="Ali Saleh Alhammadi" userId="8c40c8f5-5cb4-4420-8b84-8224140c7b6f" providerId="ADAL" clId="{E06EA344-CDD6-4AB2-83CF-01C5925F6420}" dt="2025-10-13T17:53:24.060" v="102"/>
          <ac:picMkLst>
            <pc:docMk/>
            <pc:sldMk cId="410885876" sldId="271"/>
            <ac:picMk id="3" creationId="{043F0B4D-D45C-A365-249B-1E22C646847B}"/>
          </ac:picMkLst>
        </pc:picChg>
      </pc:sldChg>
      <pc:sldChg chg="addSp delSp modSp mod modTransition modNotesTx">
        <pc:chgData name="Ali Saleh Alhammadi" userId="8c40c8f5-5cb4-4420-8b84-8224140c7b6f" providerId="ADAL" clId="{E06EA344-CDD6-4AB2-83CF-01C5925F6420}" dt="2025-10-13T20:34:29.998" v="117" actId="6549"/>
        <pc:sldMkLst>
          <pc:docMk/>
          <pc:sldMk cId="2152686259" sldId="274"/>
        </pc:sldMkLst>
        <pc:spChg chg="mod">
          <ac:chgData name="Ali Saleh Alhammadi" userId="8c40c8f5-5cb4-4420-8b84-8224140c7b6f" providerId="ADAL" clId="{E06EA344-CDD6-4AB2-83CF-01C5925F6420}" dt="2025-10-13T17:04:01.299" v="59" actId="26606"/>
          <ac:spMkLst>
            <pc:docMk/>
            <pc:sldMk cId="2152686259" sldId="274"/>
            <ac:spMk id="2" creationId="{8774DE03-69AC-F805-2381-8B9FD6F57E9B}"/>
          </ac:spMkLst>
        </pc:spChg>
        <pc:spChg chg="mod">
          <ac:chgData name="Ali Saleh Alhammadi" userId="8c40c8f5-5cb4-4420-8b84-8224140c7b6f" providerId="ADAL" clId="{E06EA344-CDD6-4AB2-83CF-01C5925F6420}" dt="2025-10-13T17:04:01.299" v="59" actId="26606"/>
          <ac:spMkLst>
            <pc:docMk/>
            <pc:sldMk cId="2152686259" sldId="274"/>
            <ac:spMk id="3" creationId="{FECBDAAA-E149-5C9D-E742-955D0BAD3030}"/>
          </ac:spMkLst>
        </pc:spChg>
        <pc:spChg chg="del">
          <ac:chgData name="Ali Saleh Alhammadi" userId="8c40c8f5-5cb4-4420-8b84-8224140c7b6f" providerId="ADAL" clId="{E06EA344-CDD6-4AB2-83CF-01C5925F6420}" dt="2025-10-13T17:04:01.299" v="59" actId="26606"/>
          <ac:spMkLst>
            <pc:docMk/>
            <pc:sldMk cId="2152686259" sldId="274"/>
            <ac:spMk id="27" creationId="{2029D5AD-8348-4446-B191-6A9B6FE03F21}"/>
          </ac:spMkLst>
        </pc:spChg>
        <pc:spChg chg="del">
          <ac:chgData name="Ali Saleh Alhammadi" userId="8c40c8f5-5cb4-4420-8b84-8224140c7b6f" providerId="ADAL" clId="{E06EA344-CDD6-4AB2-83CF-01C5925F6420}" dt="2025-10-13T17:04:01.299" v="59" actId="26606"/>
          <ac:spMkLst>
            <pc:docMk/>
            <pc:sldMk cId="2152686259" sldId="274"/>
            <ac:spMk id="28" creationId="{A3F395A2-2B64-4749-BD93-2F159C7E1FB5}"/>
          </ac:spMkLst>
        </pc:spChg>
        <pc:spChg chg="del">
          <ac:chgData name="Ali Saleh Alhammadi" userId="8c40c8f5-5cb4-4420-8b84-8224140c7b6f" providerId="ADAL" clId="{E06EA344-CDD6-4AB2-83CF-01C5925F6420}" dt="2025-10-13T17:04:01.299" v="59" actId="26606"/>
          <ac:spMkLst>
            <pc:docMk/>
            <pc:sldMk cId="2152686259" sldId="274"/>
            <ac:spMk id="29" creationId="{5CF0135B-EAB8-4CA0-896C-2D897ECD28BC}"/>
          </ac:spMkLst>
        </pc:spChg>
        <pc:spChg chg="del">
          <ac:chgData name="Ali Saleh Alhammadi" userId="8c40c8f5-5cb4-4420-8b84-8224140c7b6f" providerId="ADAL" clId="{E06EA344-CDD6-4AB2-83CF-01C5925F6420}" dt="2025-10-13T17:04:01.299" v="59" actId="26606"/>
          <ac:spMkLst>
            <pc:docMk/>
            <pc:sldMk cId="2152686259" sldId="274"/>
            <ac:spMk id="30" creationId="{92C3387C-D24F-4737-8A37-1DC5CFF09CFA}"/>
          </ac:spMkLst>
        </pc:spChg>
        <pc:spChg chg="add">
          <ac:chgData name="Ali Saleh Alhammadi" userId="8c40c8f5-5cb4-4420-8b84-8224140c7b6f" providerId="ADAL" clId="{E06EA344-CDD6-4AB2-83CF-01C5925F6420}" dt="2025-10-13T17:04:01.299" v="59" actId="26606"/>
          <ac:spMkLst>
            <pc:docMk/>
            <pc:sldMk cId="2152686259" sldId="274"/>
            <ac:spMk id="35" creationId="{DBF61EA3-B236-439E-9C0B-340980D56BEE}"/>
          </ac:spMkLst>
        </pc:spChg>
        <pc:spChg chg="add">
          <ac:chgData name="Ali Saleh Alhammadi" userId="8c40c8f5-5cb4-4420-8b84-8224140c7b6f" providerId="ADAL" clId="{E06EA344-CDD6-4AB2-83CF-01C5925F6420}" dt="2025-10-13T17:04:01.299" v="59" actId="26606"/>
          <ac:spMkLst>
            <pc:docMk/>
            <pc:sldMk cId="2152686259" sldId="274"/>
            <ac:spMk id="41" creationId="{E659831F-0D9A-4C63-9EBB-8435B85A440F}"/>
          </ac:spMkLst>
        </pc:spChg>
        <pc:grpChg chg="add">
          <ac:chgData name="Ali Saleh Alhammadi" userId="8c40c8f5-5cb4-4420-8b84-8224140c7b6f" providerId="ADAL" clId="{E06EA344-CDD6-4AB2-83CF-01C5925F6420}" dt="2025-10-13T17:04:01.299" v="59" actId="26606"/>
          <ac:grpSpMkLst>
            <pc:docMk/>
            <pc:sldMk cId="2152686259" sldId="274"/>
            <ac:grpSpMk id="37" creationId="{28FAF094-D087-493F-8DF9-A486C2D6BBAA}"/>
          </ac:grpSpMkLst>
        </pc:grpChg>
        <pc:picChg chg="add mod">
          <ac:chgData name="Ali Saleh Alhammadi" userId="8c40c8f5-5cb4-4420-8b84-8224140c7b6f" providerId="ADAL" clId="{E06EA344-CDD6-4AB2-83CF-01C5925F6420}" dt="2025-10-13T17:53:24.060" v="102"/>
          <ac:picMkLst>
            <pc:docMk/>
            <pc:sldMk cId="2152686259" sldId="274"/>
            <ac:picMk id="5" creationId="{C720AC9C-87CE-3FD6-819F-72CC4504EB62}"/>
          </ac:picMkLst>
        </pc:picChg>
      </pc:sldChg>
      <pc:sldChg chg="addSp modSp mod modTransition setBg modNotesTx">
        <pc:chgData name="Ali Saleh Alhammadi" userId="8c40c8f5-5cb4-4420-8b84-8224140c7b6f" providerId="ADAL" clId="{E06EA344-CDD6-4AB2-83CF-01C5925F6420}" dt="2025-10-13T20:34:25.249" v="116" actId="6549"/>
        <pc:sldMkLst>
          <pc:docMk/>
          <pc:sldMk cId="356927205" sldId="275"/>
        </pc:sldMkLst>
        <pc:spChg chg="mod">
          <ac:chgData name="Ali Saleh Alhammadi" userId="8c40c8f5-5cb4-4420-8b84-8224140c7b6f" providerId="ADAL" clId="{E06EA344-CDD6-4AB2-83CF-01C5925F6420}" dt="2025-10-13T17:03:55.190" v="58" actId="26606"/>
          <ac:spMkLst>
            <pc:docMk/>
            <pc:sldMk cId="356927205" sldId="275"/>
            <ac:spMk id="2" creationId="{8774DE03-69AC-F805-2381-8B9FD6F57E9B}"/>
          </ac:spMkLst>
        </pc:spChg>
        <pc:spChg chg="mod">
          <ac:chgData name="Ali Saleh Alhammadi" userId="8c40c8f5-5cb4-4420-8b84-8224140c7b6f" providerId="ADAL" clId="{E06EA344-CDD6-4AB2-83CF-01C5925F6420}" dt="2025-10-13T17:03:55.190" v="58" actId="26606"/>
          <ac:spMkLst>
            <pc:docMk/>
            <pc:sldMk cId="356927205" sldId="275"/>
            <ac:spMk id="4" creationId="{BCEE69BF-9427-7936-6AA8-846DEF6FAFFB}"/>
          </ac:spMkLst>
        </pc:spChg>
        <pc:spChg chg="add">
          <ac:chgData name="Ali Saleh Alhammadi" userId="8c40c8f5-5cb4-4420-8b84-8224140c7b6f" providerId="ADAL" clId="{E06EA344-CDD6-4AB2-83CF-01C5925F6420}" dt="2025-10-13T17:03:55.190" v="58" actId="26606"/>
          <ac:spMkLst>
            <pc:docMk/>
            <pc:sldMk cId="356927205" sldId="275"/>
            <ac:spMk id="12" creationId="{6EFC920F-B85A-4068-BD93-41064EDE93D3}"/>
          </ac:spMkLst>
        </pc:spChg>
        <pc:spChg chg="add">
          <ac:chgData name="Ali Saleh Alhammadi" userId="8c40c8f5-5cb4-4420-8b84-8224140c7b6f" providerId="ADAL" clId="{E06EA344-CDD6-4AB2-83CF-01C5925F6420}" dt="2025-10-13T17:03:55.190" v="58" actId="26606"/>
          <ac:spMkLst>
            <pc:docMk/>
            <pc:sldMk cId="356927205" sldId="275"/>
            <ac:spMk id="18" creationId="{CBC4F608-B4B8-48C3-9572-C0F061B1CD99}"/>
          </ac:spMkLst>
        </pc:spChg>
        <pc:spChg chg="add">
          <ac:chgData name="Ali Saleh Alhammadi" userId="8c40c8f5-5cb4-4420-8b84-8224140c7b6f" providerId="ADAL" clId="{E06EA344-CDD6-4AB2-83CF-01C5925F6420}" dt="2025-10-13T17:03:55.190" v="58" actId="26606"/>
          <ac:spMkLst>
            <pc:docMk/>
            <pc:sldMk cId="356927205" sldId="275"/>
            <ac:spMk id="20" creationId="{1382A32C-5B0C-4B1C-A074-76C6DBCC9F87}"/>
          </ac:spMkLst>
        </pc:spChg>
        <pc:grpChg chg="add">
          <ac:chgData name="Ali Saleh Alhammadi" userId="8c40c8f5-5cb4-4420-8b84-8224140c7b6f" providerId="ADAL" clId="{E06EA344-CDD6-4AB2-83CF-01C5925F6420}" dt="2025-10-13T17:03:55.190" v="58" actId="26606"/>
          <ac:grpSpMkLst>
            <pc:docMk/>
            <pc:sldMk cId="356927205" sldId="275"/>
            <ac:grpSpMk id="14" creationId="{1C559108-BBAE-426C-8564-051D2BA6DDC8}"/>
          </ac:grpSpMkLst>
        </pc:grpChg>
        <pc:picChg chg="add mod">
          <ac:chgData name="Ali Saleh Alhammadi" userId="8c40c8f5-5cb4-4420-8b84-8224140c7b6f" providerId="ADAL" clId="{E06EA344-CDD6-4AB2-83CF-01C5925F6420}" dt="2025-10-13T17:53:24.060" v="102"/>
          <ac:picMkLst>
            <pc:docMk/>
            <pc:sldMk cId="356927205" sldId="275"/>
            <ac:picMk id="5" creationId="{C1684DC7-0BB0-4737-EA73-6C1B3E0F0EFA}"/>
          </ac:picMkLst>
        </pc:picChg>
        <pc:picChg chg="mod ord">
          <ac:chgData name="Ali Saleh Alhammadi" userId="8c40c8f5-5cb4-4420-8b84-8224140c7b6f" providerId="ADAL" clId="{E06EA344-CDD6-4AB2-83CF-01C5925F6420}" dt="2025-10-13T17:03:55.190" v="58" actId="26606"/>
          <ac:picMkLst>
            <pc:docMk/>
            <pc:sldMk cId="356927205" sldId="275"/>
            <ac:picMk id="7" creationId="{98A274BB-1086-105A-EE49-C5C6933B8601}"/>
          </ac:picMkLst>
        </pc:picChg>
      </pc:sldChg>
      <pc:sldChg chg="addSp modSp modTransition modNotesTx">
        <pc:chgData name="Ali Saleh Alhammadi" userId="8c40c8f5-5cb4-4420-8b84-8224140c7b6f" providerId="ADAL" clId="{E06EA344-CDD6-4AB2-83CF-01C5925F6420}" dt="2025-10-13T20:33:38.819" v="110" actId="6549"/>
        <pc:sldMkLst>
          <pc:docMk/>
          <pc:sldMk cId="2793940653" sldId="278"/>
        </pc:sldMkLst>
        <pc:picChg chg="add mod">
          <ac:chgData name="Ali Saleh Alhammadi" userId="8c40c8f5-5cb4-4420-8b84-8224140c7b6f" providerId="ADAL" clId="{E06EA344-CDD6-4AB2-83CF-01C5925F6420}" dt="2025-10-13T17:53:24.060" v="102"/>
          <ac:picMkLst>
            <pc:docMk/>
            <pc:sldMk cId="2793940653" sldId="278"/>
            <ac:picMk id="5" creationId="{0312D16C-C691-D0A5-42B3-2FF82406F99E}"/>
          </ac:picMkLst>
        </pc:picChg>
      </pc:sldChg>
      <pc:sldChg chg="addSp modSp modTransition modNotesTx">
        <pc:chgData name="Ali Saleh Alhammadi" userId="8c40c8f5-5cb4-4420-8b84-8224140c7b6f" providerId="ADAL" clId="{E06EA344-CDD6-4AB2-83CF-01C5925F6420}" dt="2025-10-13T20:33:57.483" v="114" actId="6549"/>
        <pc:sldMkLst>
          <pc:docMk/>
          <pc:sldMk cId="2908215002" sldId="279"/>
        </pc:sldMkLst>
        <pc:picChg chg="add mod">
          <ac:chgData name="Ali Saleh Alhammadi" userId="8c40c8f5-5cb4-4420-8b84-8224140c7b6f" providerId="ADAL" clId="{E06EA344-CDD6-4AB2-83CF-01C5925F6420}" dt="2025-10-13T17:53:24.060" v="102"/>
          <ac:picMkLst>
            <pc:docMk/>
            <pc:sldMk cId="2908215002" sldId="279"/>
            <ac:picMk id="6" creationId="{B9FA73F5-2C08-91E5-622E-2E13698A4D7A}"/>
          </ac:picMkLst>
        </pc:picChg>
      </pc:sldChg>
      <pc:sldChg chg="addSp delSp modSp mod modTransition setBg">
        <pc:chgData name="Ali Saleh Alhammadi" userId="8c40c8f5-5cb4-4420-8b84-8224140c7b6f" providerId="ADAL" clId="{E06EA344-CDD6-4AB2-83CF-01C5925F6420}" dt="2025-10-13T17:53:24.060" v="102"/>
        <pc:sldMkLst>
          <pc:docMk/>
          <pc:sldMk cId="608984898" sldId="280"/>
        </pc:sldMkLst>
        <pc:spChg chg="mod">
          <ac:chgData name="Ali Saleh Alhammadi" userId="8c40c8f5-5cb4-4420-8b84-8224140c7b6f" providerId="ADAL" clId="{E06EA344-CDD6-4AB2-83CF-01C5925F6420}" dt="2025-10-13T17:04:12.314" v="68" actId="26606"/>
          <ac:spMkLst>
            <pc:docMk/>
            <pc:sldMk cId="608984898" sldId="280"/>
            <ac:spMk id="2" creationId="{D532FD4E-E9FA-46B6-65FB-A1BA0BF89E86}"/>
          </ac:spMkLst>
        </pc:spChg>
        <pc:spChg chg="add del">
          <ac:chgData name="Ali Saleh Alhammadi" userId="8c40c8f5-5cb4-4420-8b84-8224140c7b6f" providerId="ADAL" clId="{E06EA344-CDD6-4AB2-83CF-01C5925F6420}" dt="2025-10-13T17:04:07.914" v="61" actId="26606"/>
          <ac:spMkLst>
            <pc:docMk/>
            <pc:sldMk cId="608984898" sldId="280"/>
            <ac:spMk id="11" creationId="{C61BE7A7-1EED-EC09-A0D0-878617BE2F9F}"/>
          </ac:spMkLst>
        </pc:spChg>
        <pc:spChg chg="add del">
          <ac:chgData name="Ali Saleh Alhammadi" userId="8c40c8f5-5cb4-4420-8b84-8224140c7b6f" providerId="ADAL" clId="{E06EA344-CDD6-4AB2-83CF-01C5925F6420}" dt="2025-10-13T17:04:10.789" v="65" actId="26606"/>
          <ac:spMkLst>
            <pc:docMk/>
            <pc:sldMk cId="608984898" sldId="280"/>
            <ac:spMk id="12" creationId="{99ED5833-B85B-4103-8A3B-CAB0308E6C15}"/>
          </ac:spMkLst>
        </pc:spChg>
        <pc:spChg chg="add del">
          <ac:chgData name="Ali Saleh Alhammadi" userId="8c40c8f5-5cb4-4420-8b84-8224140c7b6f" providerId="ADAL" clId="{E06EA344-CDD6-4AB2-83CF-01C5925F6420}" dt="2025-10-13T17:04:07.914" v="61" actId="26606"/>
          <ac:spMkLst>
            <pc:docMk/>
            <pc:sldMk cId="608984898" sldId="280"/>
            <ac:spMk id="14" creationId="{149FB5C3-7336-4FE0-A30C-CC0A3646D499}"/>
          </ac:spMkLst>
        </pc:spChg>
        <pc:spChg chg="add del">
          <ac:chgData name="Ali Saleh Alhammadi" userId="8c40c8f5-5cb4-4420-8b84-8224140c7b6f" providerId="ADAL" clId="{E06EA344-CDD6-4AB2-83CF-01C5925F6420}" dt="2025-10-13T17:04:12.314" v="67" actId="26606"/>
          <ac:spMkLst>
            <pc:docMk/>
            <pc:sldMk cId="608984898" sldId="280"/>
            <ac:spMk id="15" creationId="{F0087D53-9295-4463-AAE4-D5C626046E9F}"/>
          </ac:spMkLst>
        </pc:spChg>
        <pc:spChg chg="add del">
          <ac:chgData name="Ali Saleh Alhammadi" userId="8c40c8f5-5cb4-4420-8b84-8224140c7b6f" providerId="ADAL" clId="{E06EA344-CDD6-4AB2-83CF-01C5925F6420}" dt="2025-10-13T17:04:12.314" v="67" actId="26606"/>
          <ac:spMkLst>
            <pc:docMk/>
            <pc:sldMk cId="608984898" sldId="280"/>
            <ac:spMk id="17" creationId="{D6A9C53F-5F90-40A5-8C85-5412D39C8C68}"/>
          </ac:spMkLst>
        </pc:spChg>
        <pc:spChg chg="add">
          <ac:chgData name="Ali Saleh Alhammadi" userId="8c40c8f5-5cb4-4420-8b84-8224140c7b6f" providerId="ADAL" clId="{E06EA344-CDD6-4AB2-83CF-01C5925F6420}" dt="2025-10-13T17:04:12.314" v="68" actId="26606"/>
          <ac:spMkLst>
            <pc:docMk/>
            <pc:sldMk cId="608984898" sldId="280"/>
            <ac:spMk id="19" creationId="{99ED5833-B85B-4103-8A3B-CAB0308E6C15}"/>
          </ac:spMkLst>
        </pc:spChg>
        <pc:spChg chg="add del">
          <ac:chgData name="Ali Saleh Alhammadi" userId="8c40c8f5-5cb4-4420-8b84-8224140c7b6f" providerId="ADAL" clId="{E06EA344-CDD6-4AB2-83CF-01C5925F6420}" dt="2025-10-13T17:04:07.914" v="61" actId="26606"/>
          <ac:spMkLst>
            <pc:docMk/>
            <pc:sldMk cId="608984898" sldId="280"/>
            <ac:spMk id="20" creationId="{0DA909B4-15FF-46A6-8A7F-7AEF977FE9ED}"/>
          </ac:spMkLst>
        </pc:spChg>
        <pc:spChg chg="add del">
          <ac:chgData name="Ali Saleh Alhammadi" userId="8c40c8f5-5cb4-4420-8b84-8224140c7b6f" providerId="ADAL" clId="{E06EA344-CDD6-4AB2-83CF-01C5925F6420}" dt="2025-10-13T17:04:07.914" v="61" actId="26606"/>
          <ac:spMkLst>
            <pc:docMk/>
            <pc:sldMk cId="608984898" sldId="280"/>
            <ac:spMk id="22" creationId="{1382A32C-5B0C-4B1C-A074-76C6DBCC9F87}"/>
          </ac:spMkLst>
        </pc:spChg>
        <pc:spChg chg="add del">
          <ac:chgData name="Ali Saleh Alhammadi" userId="8c40c8f5-5cb4-4420-8b84-8224140c7b6f" providerId="ADAL" clId="{E06EA344-CDD6-4AB2-83CF-01C5925F6420}" dt="2025-10-13T17:04:09.196" v="63" actId="26606"/>
          <ac:spMkLst>
            <pc:docMk/>
            <pc:sldMk cId="608984898" sldId="280"/>
            <ac:spMk id="24" creationId="{69D47016-023F-44BD-981C-50E7A10A6609}"/>
          </ac:spMkLst>
        </pc:spChg>
        <pc:spChg chg="add del">
          <ac:chgData name="Ali Saleh Alhammadi" userId="8c40c8f5-5cb4-4420-8b84-8224140c7b6f" providerId="ADAL" clId="{E06EA344-CDD6-4AB2-83CF-01C5925F6420}" dt="2025-10-13T17:04:09.196" v="63" actId="26606"/>
          <ac:spMkLst>
            <pc:docMk/>
            <pc:sldMk cId="608984898" sldId="280"/>
            <ac:spMk id="25" creationId="{6D8B37B0-0682-433E-BC8D-498C04ABD9A7}"/>
          </ac:spMkLst>
        </pc:spChg>
        <pc:spChg chg="add del">
          <ac:chgData name="Ali Saleh Alhammadi" userId="8c40c8f5-5cb4-4420-8b84-8224140c7b6f" providerId="ADAL" clId="{E06EA344-CDD6-4AB2-83CF-01C5925F6420}" dt="2025-10-13T17:04:09.196" v="63" actId="26606"/>
          <ac:spMkLst>
            <pc:docMk/>
            <pc:sldMk cId="608984898" sldId="280"/>
            <ac:spMk id="26" creationId="{30F7903C-DF29-A44D-6A86-4D12ED26BC1E}"/>
          </ac:spMkLst>
        </pc:spChg>
        <pc:grpChg chg="add del">
          <ac:chgData name="Ali Saleh Alhammadi" userId="8c40c8f5-5cb4-4420-8b84-8224140c7b6f" providerId="ADAL" clId="{E06EA344-CDD6-4AB2-83CF-01C5925F6420}" dt="2025-10-13T17:04:07.914" v="61" actId="26606"/>
          <ac:grpSpMkLst>
            <pc:docMk/>
            <pc:sldMk cId="608984898" sldId="280"/>
            <ac:grpSpMk id="16" creationId="{19A6B5CE-CB1D-48EE-8B43-E952235C8371}"/>
          </ac:grpSpMkLst>
        </pc:grpChg>
        <pc:picChg chg="add mod">
          <ac:chgData name="Ali Saleh Alhammadi" userId="8c40c8f5-5cb4-4420-8b84-8224140c7b6f" providerId="ADAL" clId="{E06EA344-CDD6-4AB2-83CF-01C5925F6420}" dt="2025-10-13T17:53:24.060" v="102"/>
          <ac:picMkLst>
            <pc:docMk/>
            <pc:sldMk cId="608984898" sldId="280"/>
            <ac:picMk id="4" creationId="{C1DBA160-D80C-EBE4-F894-F4BE2F60DD12}"/>
          </ac:picMkLst>
        </pc:picChg>
        <pc:picChg chg="mod">
          <ac:chgData name="Ali Saleh Alhammadi" userId="8c40c8f5-5cb4-4420-8b84-8224140c7b6f" providerId="ADAL" clId="{E06EA344-CDD6-4AB2-83CF-01C5925F6420}" dt="2025-10-13T17:04:12.314" v="68" actId="26606"/>
          <ac:picMkLst>
            <pc:docMk/>
            <pc:sldMk cId="608984898" sldId="280"/>
            <ac:picMk id="5" creationId="{360A0814-6C1D-DCE5-8907-F1FA9C275F20}"/>
          </ac:picMkLst>
        </pc:picChg>
        <pc:picChg chg="mod">
          <ac:chgData name="Ali Saleh Alhammadi" userId="8c40c8f5-5cb4-4420-8b84-8224140c7b6f" providerId="ADAL" clId="{E06EA344-CDD6-4AB2-83CF-01C5925F6420}" dt="2025-10-13T17:04:12.314" v="68" actId="26606"/>
          <ac:picMkLst>
            <pc:docMk/>
            <pc:sldMk cId="608984898" sldId="280"/>
            <ac:picMk id="7" creationId="{0869640E-3204-138B-EF47-D5D4A55293F3}"/>
          </ac:picMkLst>
        </pc:picChg>
      </pc:sldChg>
      <pc:sldChg chg="addSp delSp modSp mod modTransition setBg">
        <pc:chgData name="Ali Saleh Alhammadi" userId="8c40c8f5-5cb4-4420-8b84-8224140c7b6f" providerId="ADAL" clId="{E06EA344-CDD6-4AB2-83CF-01C5925F6420}" dt="2025-10-13T17:53:24.060" v="102"/>
        <pc:sldMkLst>
          <pc:docMk/>
          <pc:sldMk cId="3196273630" sldId="281"/>
        </pc:sldMkLst>
        <pc:spChg chg="add del">
          <ac:chgData name="Ali Saleh Alhammadi" userId="8c40c8f5-5cb4-4420-8b84-8224140c7b6f" providerId="ADAL" clId="{E06EA344-CDD6-4AB2-83CF-01C5925F6420}" dt="2025-10-13T17:04:19.612" v="70" actId="26606"/>
          <ac:spMkLst>
            <pc:docMk/>
            <pc:sldMk cId="3196273630" sldId="281"/>
            <ac:spMk id="12" creationId="{A9F529C3-C941-49FD-8C67-82F134F64BDB}"/>
          </ac:spMkLst>
        </pc:spChg>
        <pc:spChg chg="add del">
          <ac:chgData name="Ali Saleh Alhammadi" userId="8c40c8f5-5cb4-4420-8b84-8224140c7b6f" providerId="ADAL" clId="{E06EA344-CDD6-4AB2-83CF-01C5925F6420}" dt="2025-10-13T17:04:19.612" v="70" actId="26606"/>
          <ac:spMkLst>
            <pc:docMk/>
            <pc:sldMk cId="3196273630" sldId="281"/>
            <ac:spMk id="14" creationId="{20586029-32A0-47E5-9AEC-AE3ABA6B94D0}"/>
          </ac:spMkLst>
        </pc:spChg>
        <pc:spChg chg="add del">
          <ac:chgData name="Ali Saleh Alhammadi" userId="8c40c8f5-5cb4-4420-8b84-8224140c7b6f" providerId="ADAL" clId="{E06EA344-CDD6-4AB2-83CF-01C5925F6420}" dt="2025-10-13T17:04:21.921" v="72" actId="26606"/>
          <ac:spMkLst>
            <pc:docMk/>
            <pc:sldMk cId="3196273630" sldId="281"/>
            <ac:spMk id="18" creationId="{22F15A2D-2324-487D-A02A-BF46C5C580EB}"/>
          </ac:spMkLst>
        </pc:spChg>
        <pc:spChg chg="add del">
          <ac:chgData name="Ali Saleh Alhammadi" userId="8c40c8f5-5cb4-4420-8b84-8224140c7b6f" providerId="ADAL" clId="{E06EA344-CDD6-4AB2-83CF-01C5925F6420}" dt="2025-10-13T17:04:21.921" v="72" actId="26606"/>
          <ac:spMkLst>
            <pc:docMk/>
            <pc:sldMk cId="3196273630" sldId="281"/>
            <ac:spMk id="19" creationId="{2AEAFA59-923A-4F54-8B49-44C970BCC323}"/>
          </ac:spMkLst>
        </pc:spChg>
        <pc:spChg chg="add del">
          <ac:chgData name="Ali Saleh Alhammadi" userId="8c40c8f5-5cb4-4420-8b84-8224140c7b6f" providerId="ADAL" clId="{E06EA344-CDD6-4AB2-83CF-01C5925F6420}" dt="2025-10-13T17:04:21.921" v="72" actId="26606"/>
          <ac:spMkLst>
            <pc:docMk/>
            <pc:sldMk cId="3196273630" sldId="281"/>
            <ac:spMk id="20" creationId="{C37E9D4B-7BFA-4D10-B666-547BAC499469}"/>
          </ac:spMkLst>
        </pc:spChg>
        <pc:spChg chg="add del">
          <ac:chgData name="Ali Saleh Alhammadi" userId="8c40c8f5-5cb4-4420-8b84-8224140c7b6f" providerId="ADAL" clId="{E06EA344-CDD6-4AB2-83CF-01C5925F6420}" dt="2025-10-13T17:04:23.890" v="74" actId="26606"/>
          <ac:spMkLst>
            <pc:docMk/>
            <pc:sldMk cId="3196273630" sldId="281"/>
            <ac:spMk id="22" creationId="{2F19B711-C590-44D1-9AA8-9F143B0ED58A}"/>
          </ac:spMkLst>
        </pc:spChg>
        <pc:spChg chg="add del">
          <ac:chgData name="Ali Saleh Alhammadi" userId="8c40c8f5-5cb4-4420-8b84-8224140c7b6f" providerId="ADAL" clId="{E06EA344-CDD6-4AB2-83CF-01C5925F6420}" dt="2025-10-13T17:04:23.890" v="74" actId="26606"/>
          <ac:spMkLst>
            <pc:docMk/>
            <pc:sldMk cId="3196273630" sldId="281"/>
            <ac:spMk id="23" creationId="{C0C79CF2-6A1C-4636-84CE-ABB2BE191D23}"/>
          </ac:spMkLst>
        </pc:spChg>
        <pc:spChg chg="add del">
          <ac:chgData name="Ali Saleh Alhammadi" userId="8c40c8f5-5cb4-4420-8b84-8224140c7b6f" providerId="ADAL" clId="{E06EA344-CDD6-4AB2-83CF-01C5925F6420}" dt="2025-10-13T17:04:23.890" v="74" actId="26606"/>
          <ac:spMkLst>
            <pc:docMk/>
            <pc:sldMk cId="3196273630" sldId="281"/>
            <ac:spMk id="24" creationId="{7A5D17DF-AD65-402C-A95C-F13C770C9FCD}"/>
          </ac:spMkLst>
        </pc:spChg>
        <pc:picChg chg="add mod">
          <ac:chgData name="Ali Saleh Alhammadi" userId="8c40c8f5-5cb4-4420-8b84-8224140c7b6f" providerId="ADAL" clId="{E06EA344-CDD6-4AB2-83CF-01C5925F6420}" dt="2025-10-13T17:53:24.060" v="102"/>
          <ac:picMkLst>
            <pc:docMk/>
            <pc:sldMk cId="3196273630" sldId="281"/>
            <ac:picMk id="3" creationId="{21C9A700-9893-8827-2ADD-76ACFC35FBFB}"/>
          </ac:picMkLst>
        </pc:picChg>
        <pc:picChg chg="mod ord">
          <ac:chgData name="Ali Saleh Alhammadi" userId="8c40c8f5-5cb4-4420-8b84-8224140c7b6f" providerId="ADAL" clId="{E06EA344-CDD6-4AB2-83CF-01C5925F6420}" dt="2025-10-13T17:04:30.751" v="78" actId="14100"/>
          <ac:picMkLst>
            <pc:docMk/>
            <pc:sldMk cId="3196273630" sldId="281"/>
            <ac:picMk id="5" creationId="{625F56A3-7CFE-0E0C-B1CC-428036B77762}"/>
          </ac:picMkLst>
        </pc:picChg>
        <pc:picChg chg="mod">
          <ac:chgData name="Ali Saleh Alhammadi" userId="8c40c8f5-5cb4-4420-8b84-8224140c7b6f" providerId="ADAL" clId="{E06EA344-CDD6-4AB2-83CF-01C5925F6420}" dt="2025-10-13T17:04:37.134" v="80" actId="14100"/>
          <ac:picMkLst>
            <pc:docMk/>
            <pc:sldMk cId="3196273630" sldId="281"/>
            <ac:picMk id="7" creationId="{4FED8BB9-A2DE-9F6A-E1C9-DFA5B35617B9}"/>
          </ac:picMkLst>
        </pc:picChg>
        <pc:cxnChg chg="add del">
          <ac:chgData name="Ali Saleh Alhammadi" userId="8c40c8f5-5cb4-4420-8b84-8224140c7b6f" providerId="ADAL" clId="{E06EA344-CDD6-4AB2-83CF-01C5925F6420}" dt="2025-10-13T17:04:19.612" v="70" actId="26606"/>
          <ac:cxnSpMkLst>
            <pc:docMk/>
            <pc:sldMk cId="3196273630" sldId="281"/>
            <ac:cxnSpMk id="16" creationId="{8C730EAB-A532-4295-A302-FB4B90DB9F5E}"/>
          </ac:cxnSpMkLst>
        </pc:cxnChg>
        <pc:cxnChg chg="add del">
          <ac:chgData name="Ali Saleh Alhammadi" userId="8c40c8f5-5cb4-4420-8b84-8224140c7b6f" providerId="ADAL" clId="{E06EA344-CDD6-4AB2-83CF-01C5925F6420}" dt="2025-10-13T17:04:27.079" v="76" actId="26606"/>
          <ac:cxnSpMkLst>
            <pc:docMk/>
            <pc:sldMk cId="3196273630" sldId="281"/>
            <ac:cxnSpMk id="26" creationId="{1C6AAE25-BD23-41B5-AAE4-1DA5898C2ADB}"/>
          </ac:cxnSpMkLst>
        </pc:cxnChg>
      </pc:sldChg>
      <pc:sldChg chg="addSp delSp modSp mod modTransition setBg">
        <pc:chgData name="Ali Saleh Alhammadi" userId="8c40c8f5-5cb4-4420-8b84-8224140c7b6f" providerId="ADAL" clId="{E06EA344-CDD6-4AB2-83CF-01C5925F6420}" dt="2025-10-13T17:53:24.060" v="102"/>
        <pc:sldMkLst>
          <pc:docMk/>
          <pc:sldMk cId="3308941571" sldId="282"/>
        </pc:sldMkLst>
        <pc:spChg chg="add del">
          <ac:chgData name="Ali Saleh Alhammadi" userId="8c40c8f5-5cb4-4420-8b84-8224140c7b6f" providerId="ADAL" clId="{E06EA344-CDD6-4AB2-83CF-01C5925F6420}" dt="2025-10-13T17:04:44.501" v="82" actId="26606"/>
          <ac:spMkLst>
            <pc:docMk/>
            <pc:sldMk cId="3308941571" sldId="282"/>
            <ac:spMk id="12" creationId="{A9F529C3-C941-49FD-8C67-82F134F64BDB}"/>
          </ac:spMkLst>
        </pc:spChg>
        <pc:spChg chg="add del">
          <ac:chgData name="Ali Saleh Alhammadi" userId="8c40c8f5-5cb4-4420-8b84-8224140c7b6f" providerId="ADAL" clId="{E06EA344-CDD6-4AB2-83CF-01C5925F6420}" dt="2025-10-13T17:04:44.501" v="82" actId="26606"/>
          <ac:spMkLst>
            <pc:docMk/>
            <pc:sldMk cId="3308941571" sldId="282"/>
            <ac:spMk id="14" creationId="{20586029-32A0-47E5-9AEC-AE3ABA6B94D0}"/>
          </ac:spMkLst>
        </pc:spChg>
        <pc:picChg chg="add mod">
          <ac:chgData name="Ali Saleh Alhammadi" userId="8c40c8f5-5cb4-4420-8b84-8224140c7b6f" providerId="ADAL" clId="{E06EA344-CDD6-4AB2-83CF-01C5925F6420}" dt="2025-10-13T17:53:24.060" v="102"/>
          <ac:picMkLst>
            <pc:docMk/>
            <pc:sldMk cId="3308941571" sldId="282"/>
            <ac:picMk id="3" creationId="{07205BFC-A360-A9EB-4589-97328A0F3734}"/>
          </ac:picMkLst>
        </pc:picChg>
        <pc:picChg chg="mod ord">
          <ac:chgData name="Ali Saleh Alhammadi" userId="8c40c8f5-5cb4-4420-8b84-8224140c7b6f" providerId="ADAL" clId="{E06EA344-CDD6-4AB2-83CF-01C5925F6420}" dt="2025-10-13T17:04:44.509" v="83" actId="26606"/>
          <ac:picMkLst>
            <pc:docMk/>
            <pc:sldMk cId="3308941571" sldId="282"/>
            <ac:picMk id="5" creationId="{91A39A08-7EAE-EFD0-C778-2B30CBE347BC}"/>
          </ac:picMkLst>
        </pc:picChg>
        <pc:picChg chg="mod">
          <ac:chgData name="Ali Saleh Alhammadi" userId="8c40c8f5-5cb4-4420-8b84-8224140c7b6f" providerId="ADAL" clId="{E06EA344-CDD6-4AB2-83CF-01C5925F6420}" dt="2025-10-13T17:04:44.509" v="83" actId="26606"/>
          <ac:picMkLst>
            <pc:docMk/>
            <pc:sldMk cId="3308941571" sldId="282"/>
            <ac:picMk id="7" creationId="{48B57FC0-541E-383D-B392-CF9E130B642E}"/>
          </ac:picMkLst>
        </pc:picChg>
        <pc:cxnChg chg="add del">
          <ac:chgData name="Ali Saleh Alhammadi" userId="8c40c8f5-5cb4-4420-8b84-8224140c7b6f" providerId="ADAL" clId="{E06EA344-CDD6-4AB2-83CF-01C5925F6420}" dt="2025-10-13T17:04:44.501" v="82" actId="26606"/>
          <ac:cxnSpMkLst>
            <pc:docMk/>
            <pc:sldMk cId="3308941571" sldId="282"/>
            <ac:cxnSpMk id="16" creationId="{8C730EAB-A532-4295-A302-FB4B90DB9F5E}"/>
          </ac:cxnSpMkLst>
        </pc:cxnChg>
      </pc:sldChg>
      <pc:sldChg chg="addSp delSp modSp mod modTransition">
        <pc:chgData name="Ali Saleh Alhammadi" userId="8c40c8f5-5cb4-4420-8b84-8224140c7b6f" providerId="ADAL" clId="{E06EA344-CDD6-4AB2-83CF-01C5925F6420}" dt="2025-10-13T17:53:24.060" v="102"/>
        <pc:sldMkLst>
          <pc:docMk/>
          <pc:sldMk cId="3490266342" sldId="283"/>
        </pc:sldMkLst>
        <pc:spChg chg="add del">
          <ac:chgData name="Ali Saleh Alhammadi" userId="8c40c8f5-5cb4-4420-8b84-8224140c7b6f" providerId="ADAL" clId="{E06EA344-CDD6-4AB2-83CF-01C5925F6420}" dt="2025-10-13T17:05:25.102" v="98" actId="26606"/>
          <ac:spMkLst>
            <pc:docMk/>
            <pc:sldMk cId="3490266342" sldId="283"/>
            <ac:spMk id="16" creationId="{7BDAC5B6-20CE-447F-8BA1-F2274AC7AE5B}"/>
          </ac:spMkLst>
        </pc:spChg>
        <pc:spChg chg="add del">
          <ac:chgData name="Ali Saleh Alhammadi" userId="8c40c8f5-5cb4-4420-8b84-8224140c7b6f" providerId="ADAL" clId="{E06EA344-CDD6-4AB2-83CF-01C5925F6420}" dt="2025-10-13T17:05:25.102" v="98" actId="26606"/>
          <ac:spMkLst>
            <pc:docMk/>
            <pc:sldMk cId="3490266342" sldId="283"/>
            <ac:spMk id="17" creationId="{D1D22B31-BF8F-446B-9009-8A251FB177CB}"/>
          </ac:spMkLst>
        </pc:spChg>
        <pc:spChg chg="add del">
          <ac:chgData name="Ali Saleh Alhammadi" userId="8c40c8f5-5cb4-4420-8b84-8224140c7b6f" providerId="ADAL" clId="{E06EA344-CDD6-4AB2-83CF-01C5925F6420}" dt="2025-10-13T17:05:25.093" v="97" actId="26606"/>
          <ac:spMkLst>
            <pc:docMk/>
            <pc:sldMk cId="3490266342" sldId="283"/>
            <ac:spMk id="22" creationId="{8950AD4C-6AF3-49F8-94E1-DBCAFB39478B}"/>
          </ac:spMkLst>
        </pc:spChg>
        <pc:spChg chg="add del">
          <ac:chgData name="Ali Saleh Alhammadi" userId="8c40c8f5-5cb4-4420-8b84-8224140c7b6f" providerId="ADAL" clId="{E06EA344-CDD6-4AB2-83CF-01C5925F6420}" dt="2025-10-13T17:05:25.093" v="97" actId="26606"/>
          <ac:spMkLst>
            <pc:docMk/>
            <pc:sldMk cId="3490266342" sldId="283"/>
            <ac:spMk id="24" creationId="{072DC3EE-C469-49E0-A83D-CA3BE525C59A}"/>
          </ac:spMkLst>
        </pc:spChg>
        <pc:spChg chg="add del">
          <ac:chgData name="Ali Saleh Alhammadi" userId="8c40c8f5-5cb4-4420-8b84-8224140c7b6f" providerId="ADAL" clId="{E06EA344-CDD6-4AB2-83CF-01C5925F6420}" dt="2025-10-13T17:05:25.093" v="97" actId="26606"/>
          <ac:spMkLst>
            <pc:docMk/>
            <pc:sldMk cId="3490266342" sldId="283"/>
            <ac:spMk id="26" creationId="{8DBEAE55-3EA1-41D7-A212-5F7D8986C1F2}"/>
          </ac:spMkLst>
        </pc:spChg>
        <pc:spChg chg="add del">
          <ac:chgData name="Ali Saleh Alhammadi" userId="8c40c8f5-5cb4-4420-8b84-8224140c7b6f" providerId="ADAL" clId="{E06EA344-CDD6-4AB2-83CF-01C5925F6420}" dt="2025-10-13T17:05:25.093" v="97" actId="26606"/>
          <ac:spMkLst>
            <pc:docMk/>
            <pc:sldMk cId="3490266342" sldId="283"/>
            <ac:spMk id="28" creationId="{CFC5F0E7-644F-4101-BE72-12825CF537E7}"/>
          </ac:spMkLst>
        </pc:spChg>
        <pc:picChg chg="add mod">
          <ac:chgData name="Ali Saleh Alhammadi" userId="8c40c8f5-5cb4-4420-8b84-8224140c7b6f" providerId="ADAL" clId="{E06EA344-CDD6-4AB2-83CF-01C5925F6420}" dt="2025-10-13T17:53:24.060" v="102"/>
          <ac:picMkLst>
            <pc:docMk/>
            <pc:sldMk cId="3490266342" sldId="283"/>
            <ac:picMk id="3" creationId="{D75C9912-AEA8-423B-F51D-F4A503C89373}"/>
          </ac:picMkLst>
        </pc:picChg>
        <pc:picChg chg="mod">
          <ac:chgData name="Ali Saleh Alhammadi" userId="8c40c8f5-5cb4-4420-8b84-8224140c7b6f" providerId="ADAL" clId="{E06EA344-CDD6-4AB2-83CF-01C5925F6420}" dt="2025-10-13T17:05:25.102" v="98" actId="26606"/>
          <ac:picMkLst>
            <pc:docMk/>
            <pc:sldMk cId="3490266342" sldId="283"/>
            <ac:picMk id="5" creationId="{2450D34E-0698-E12B-13C6-7075AB4A1364}"/>
          </ac:picMkLst>
        </pc:picChg>
        <pc:cxnChg chg="add">
          <ac:chgData name="Ali Saleh Alhammadi" userId="8c40c8f5-5cb4-4420-8b84-8224140c7b6f" providerId="ADAL" clId="{E06EA344-CDD6-4AB2-83CF-01C5925F6420}" dt="2025-10-13T17:05:25.102" v="98" actId="26606"/>
          <ac:cxnSpMkLst>
            <pc:docMk/>
            <pc:sldMk cId="3490266342" sldId="283"/>
            <ac:cxnSpMk id="30" creationId="{E12350F3-DB83-413A-980B-1CEB92498664}"/>
          </ac:cxnSpMkLst>
        </pc:cxn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hyperlink" Target="https://ieeexplore.ieee.org/document/5206848" TargetMode="External"/><Relationship Id="rId7" Type="http://schemas.openxmlformats.org/officeDocument/2006/relationships/hyperlink" Target="https://www.tensorflow.org/tutorials/images/transfer_learning" TargetMode="External"/><Relationship Id="rId2" Type="http://schemas.openxmlformats.org/officeDocument/2006/relationships/hyperlink" Target="https://sourestdeeds.github.io/pdf/Deep%20Learning%20with%20Python.pdf" TargetMode="External"/><Relationship Id="rId1" Type="http://schemas.openxmlformats.org/officeDocument/2006/relationships/hyperlink" Target="https://machinelearningmastery.com/how-to-develop-a-cnn-from-scratch-for-cifar-10-photo-classification/" TargetMode="External"/><Relationship Id="rId6" Type="http://schemas.openxmlformats.org/officeDocument/2006/relationships/hyperlink" Target="https://www.cs.toronto.edu/~kriz/learning-features-2009-TR.pdf" TargetMode="External"/><Relationship Id="rId5" Type="http://schemas.openxmlformats.org/officeDocument/2006/relationships/hyperlink" Target="https://keras.io/api/datasets/cifar10/" TargetMode="External"/><Relationship Id="rId4" Type="http://schemas.openxmlformats.org/officeDocument/2006/relationships/hyperlink" Target="https://arxiv.org/abs/1704.04861" TargetMode="External"/></Relationships>
</file>

<file path=ppt/diagrams/_rels/drawing1.xml.rels><?xml version="1.0" encoding="UTF-8" standalone="yes"?>
<Relationships xmlns="http://schemas.openxmlformats.org/package/2006/relationships"><Relationship Id="rId3" Type="http://schemas.openxmlformats.org/officeDocument/2006/relationships/hyperlink" Target="https://ieeexplore.ieee.org/document/5206848" TargetMode="External"/><Relationship Id="rId7" Type="http://schemas.openxmlformats.org/officeDocument/2006/relationships/hyperlink" Target="https://www.tensorflow.org/tutorials/images/transfer_learning" TargetMode="External"/><Relationship Id="rId2" Type="http://schemas.openxmlformats.org/officeDocument/2006/relationships/hyperlink" Target="https://sourestdeeds.github.io/pdf/Deep%20Learning%20with%20Python.pdf" TargetMode="External"/><Relationship Id="rId1" Type="http://schemas.openxmlformats.org/officeDocument/2006/relationships/hyperlink" Target="https://machinelearningmastery.com/how-to-develop-a-cnn-from-scratch-for-cifar-10-photo-classification/" TargetMode="External"/><Relationship Id="rId6" Type="http://schemas.openxmlformats.org/officeDocument/2006/relationships/hyperlink" Target="https://www.cs.toronto.edu/~kriz/learning-features-2009-TR.pdf" TargetMode="External"/><Relationship Id="rId5" Type="http://schemas.openxmlformats.org/officeDocument/2006/relationships/hyperlink" Target="https://keras.io/api/datasets/cifar10/" TargetMode="External"/><Relationship Id="rId4" Type="http://schemas.openxmlformats.org/officeDocument/2006/relationships/hyperlink" Target="https://arxiv.org/abs/1704.04861"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EE9E12-3A29-4328-BB4F-9ACF5A2EAE0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9F9CF544-7578-4BCC-9C26-E38CE936BA6B}">
      <dgm:prSet/>
      <dgm:spPr/>
      <dgm:t>
        <a:bodyPr/>
        <a:lstStyle/>
        <a:p>
          <a:r>
            <a:rPr lang="en-US"/>
            <a:t>Brownlee, J. (2022). How to Develop a CNN From Scratch for CIFAR-10 Photo Classification. Machine Learning Mastery.</a:t>
          </a:r>
          <a:br>
            <a:rPr lang="en-US"/>
          </a:br>
          <a:r>
            <a:rPr lang="en-US" u="sng">
              <a:hlinkClick xmlns:r="http://schemas.openxmlformats.org/officeDocument/2006/relationships" r:id="rId1"/>
            </a:rPr>
            <a:t>https://machinelearningmastery.com/how-to-develop-a-cnn-from-scratch-for-cifar-10-photo-classification/</a:t>
          </a:r>
          <a:r>
            <a:rPr lang="en-US"/>
            <a:t> (Accessed: 11 July 2025)</a:t>
          </a:r>
        </a:p>
      </dgm:t>
    </dgm:pt>
    <dgm:pt modelId="{94A9757F-86A0-4EB2-B531-50AB596468C5}" type="parTrans" cxnId="{B5E33165-FDDF-49E8-B92D-A6B8B3DF2BD7}">
      <dgm:prSet/>
      <dgm:spPr/>
      <dgm:t>
        <a:bodyPr/>
        <a:lstStyle/>
        <a:p>
          <a:endParaRPr lang="en-US"/>
        </a:p>
      </dgm:t>
    </dgm:pt>
    <dgm:pt modelId="{FE544A23-CD2C-4548-9FB6-3FC879F67462}" type="sibTrans" cxnId="{B5E33165-FDDF-49E8-B92D-A6B8B3DF2BD7}">
      <dgm:prSet/>
      <dgm:spPr/>
      <dgm:t>
        <a:bodyPr/>
        <a:lstStyle/>
        <a:p>
          <a:endParaRPr lang="en-US"/>
        </a:p>
      </dgm:t>
    </dgm:pt>
    <dgm:pt modelId="{A7248810-891F-4C65-A817-0381FC00A479}">
      <dgm:prSet/>
      <dgm:spPr/>
      <dgm:t>
        <a:bodyPr/>
        <a:lstStyle/>
        <a:p>
          <a:r>
            <a:rPr lang="en-US"/>
            <a:t>Chollet, F. (2017). Deep Learning with Python. Manning Publications. Available at: </a:t>
          </a:r>
          <a:r>
            <a:rPr lang="en-US" u="sng">
              <a:hlinkClick xmlns:r="http://schemas.openxmlformats.org/officeDocument/2006/relationships" r:id="rId2"/>
            </a:rPr>
            <a:t>https://sourestdeeds.github.io/pdf/Deep%20Learning%20with%20Python.pdf</a:t>
          </a:r>
          <a:r>
            <a:rPr lang="en-US"/>
            <a:t> (Accessed: 11 July 2025)</a:t>
          </a:r>
        </a:p>
      </dgm:t>
    </dgm:pt>
    <dgm:pt modelId="{1CE5A68B-FCF3-4621-820A-3BBA302673F2}" type="parTrans" cxnId="{F7AFF540-2474-42BD-BAA2-09FCA376E21E}">
      <dgm:prSet/>
      <dgm:spPr/>
      <dgm:t>
        <a:bodyPr/>
        <a:lstStyle/>
        <a:p>
          <a:endParaRPr lang="en-US"/>
        </a:p>
      </dgm:t>
    </dgm:pt>
    <dgm:pt modelId="{7EDBE126-100D-4C91-AD1E-7A138BFD6405}" type="sibTrans" cxnId="{F7AFF540-2474-42BD-BAA2-09FCA376E21E}">
      <dgm:prSet/>
      <dgm:spPr/>
      <dgm:t>
        <a:bodyPr/>
        <a:lstStyle/>
        <a:p>
          <a:endParaRPr lang="en-US"/>
        </a:p>
      </dgm:t>
    </dgm:pt>
    <dgm:pt modelId="{D7BB078B-EEF3-4034-B8FF-F9290D77F7D3}">
      <dgm:prSet/>
      <dgm:spPr/>
      <dgm:t>
        <a:bodyPr/>
        <a:lstStyle/>
        <a:p>
          <a:r>
            <a:rPr lang="en-US"/>
            <a:t>Deng, J., Dong, W., Socher, R., Li, L.-J., Li, K., &amp; Fei-Fei, L. (2009). ImageNet: A Large-Scale Hierarchical Image Database. IEEE Conference on Computer Vision and Pattern Recognition (CVPR). Available at:</a:t>
          </a:r>
          <a:br>
            <a:rPr lang="en-US"/>
          </a:br>
          <a:r>
            <a:rPr lang="en-US" u="sng">
              <a:hlinkClick xmlns:r="http://schemas.openxmlformats.org/officeDocument/2006/relationships" r:id="rId3"/>
            </a:rPr>
            <a:t>https://ieeexplore.ieee.org/document/5206848</a:t>
          </a:r>
          <a:r>
            <a:rPr lang="en-US"/>
            <a:t> (Accessed: 12 July 2025)</a:t>
          </a:r>
        </a:p>
      </dgm:t>
    </dgm:pt>
    <dgm:pt modelId="{7B5FD10E-C2FF-4FD7-95B7-E2DE81383EAA}" type="parTrans" cxnId="{D0783BE1-6F2B-46A4-AE28-57FBC9547384}">
      <dgm:prSet/>
      <dgm:spPr/>
      <dgm:t>
        <a:bodyPr/>
        <a:lstStyle/>
        <a:p>
          <a:endParaRPr lang="en-US"/>
        </a:p>
      </dgm:t>
    </dgm:pt>
    <dgm:pt modelId="{65BC2DC2-23FC-4C24-8439-03C7351522F5}" type="sibTrans" cxnId="{D0783BE1-6F2B-46A4-AE28-57FBC9547384}">
      <dgm:prSet/>
      <dgm:spPr/>
      <dgm:t>
        <a:bodyPr/>
        <a:lstStyle/>
        <a:p>
          <a:endParaRPr lang="en-US"/>
        </a:p>
      </dgm:t>
    </dgm:pt>
    <dgm:pt modelId="{EB71B42A-9CCC-41A0-B885-0BC81BD921FB}">
      <dgm:prSet/>
      <dgm:spPr/>
      <dgm:t>
        <a:bodyPr/>
        <a:lstStyle/>
        <a:p>
          <a:r>
            <a:rPr lang="fr-FR"/>
            <a:t>Howard, A. G., et al. (2017). MobileNets: Efficient Convolutional Neural Networks for Mobile Vision Applications. arXiv preprint arXiv:1704.04861.</a:t>
          </a:r>
          <a:br>
            <a:rPr lang="fr-FR"/>
          </a:br>
          <a:r>
            <a:rPr lang="fr-FR" u="sng">
              <a:hlinkClick xmlns:r="http://schemas.openxmlformats.org/officeDocument/2006/relationships" r:id="rId4"/>
            </a:rPr>
            <a:t>https://arxiv.org/abs/1704.04861</a:t>
          </a:r>
          <a:r>
            <a:rPr lang="fr-FR"/>
            <a:t> (Accessed: 12 July 2025)</a:t>
          </a:r>
          <a:endParaRPr lang="en-US"/>
        </a:p>
      </dgm:t>
    </dgm:pt>
    <dgm:pt modelId="{C2D42568-9C7B-4661-B759-B143CCDC96FC}" type="parTrans" cxnId="{602D2B20-8649-4504-A760-4DDCFB24FBFB}">
      <dgm:prSet/>
      <dgm:spPr/>
      <dgm:t>
        <a:bodyPr/>
        <a:lstStyle/>
        <a:p>
          <a:endParaRPr lang="en-US"/>
        </a:p>
      </dgm:t>
    </dgm:pt>
    <dgm:pt modelId="{F60F706F-F0CF-448F-AAA0-8882AC99CB3E}" type="sibTrans" cxnId="{602D2B20-8649-4504-A760-4DDCFB24FBFB}">
      <dgm:prSet/>
      <dgm:spPr/>
      <dgm:t>
        <a:bodyPr/>
        <a:lstStyle/>
        <a:p>
          <a:endParaRPr lang="en-US"/>
        </a:p>
      </dgm:t>
    </dgm:pt>
    <dgm:pt modelId="{251F2E13-02B1-46B6-81FA-F27E1D5E47EA}">
      <dgm:prSet/>
      <dgm:spPr/>
      <dgm:t>
        <a:bodyPr/>
        <a:lstStyle/>
        <a:p>
          <a:r>
            <a:rPr lang="en-US"/>
            <a:t>Keras CIFAR-10 example. Available at: </a:t>
          </a:r>
          <a:r>
            <a:rPr lang="en-US" u="sng">
              <a:hlinkClick xmlns:r="http://schemas.openxmlformats.org/officeDocument/2006/relationships" r:id="rId5"/>
            </a:rPr>
            <a:t>https://keras.io/api/datasets/cifar10/</a:t>
          </a:r>
          <a:r>
            <a:rPr lang="en-US"/>
            <a:t> (Accessed: 13 July 2025)</a:t>
          </a:r>
        </a:p>
      </dgm:t>
    </dgm:pt>
    <dgm:pt modelId="{602A4BB7-0DC5-4574-8CA1-A4DE30A8CB4F}" type="parTrans" cxnId="{7D5116E0-F92C-44F8-BB04-9149E70850F2}">
      <dgm:prSet/>
      <dgm:spPr/>
      <dgm:t>
        <a:bodyPr/>
        <a:lstStyle/>
        <a:p>
          <a:endParaRPr lang="en-US"/>
        </a:p>
      </dgm:t>
    </dgm:pt>
    <dgm:pt modelId="{A9F725D4-BC01-413A-A609-A7984BA9644A}" type="sibTrans" cxnId="{7D5116E0-F92C-44F8-BB04-9149E70850F2}">
      <dgm:prSet/>
      <dgm:spPr/>
      <dgm:t>
        <a:bodyPr/>
        <a:lstStyle/>
        <a:p>
          <a:endParaRPr lang="en-US"/>
        </a:p>
      </dgm:t>
    </dgm:pt>
    <dgm:pt modelId="{E857C045-3588-463C-AE9A-D140EE6A7F99}">
      <dgm:prSet/>
      <dgm:spPr/>
      <dgm:t>
        <a:bodyPr/>
        <a:lstStyle/>
        <a:p>
          <a:r>
            <a:rPr lang="en-US"/>
            <a:t>Krizhevsky, A. (2009). Learning Multiple Layers of Features from Tiny Images. University of Toronto. Available at: </a:t>
          </a:r>
          <a:r>
            <a:rPr lang="en-US" u="sng">
              <a:hlinkClick xmlns:r="http://schemas.openxmlformats.org/officeDocument/2006/relationships" r:id="rId6"/>
            </a:rPr>
            <a:t>https://www.cs.toronto.edu/~kriz/learning-features-2009-TR.pdf</a:t>
          </a:r>
          <a:r>
            <a:rPr lang="en-AE"/>
            <a:t> </a:t>
          </a:r>
          <a:r>
            <a:rPr lang="en-US"/>
            <a:t>(Accessed: 13 July 2025)</a:t>
          </a:r>
        </a:p>
      </dgm:t>
    </dgm:pt>
    <dgm:pt modelId="{226D34B5-934C-479F-8758-B95E36159D3C}" type="parTrans" cxnId="{7E0B3D5C-0026-4487-AFE1-F77FB60B397C}">
      <dgm:prSet/>
      <dgm:spPr/>
      <dgm:t>
        <a:bodyPr/>
        <a:lstStyle/>
        <a:p>
          <a:endParaRPr lang="en-US"/>
        </a:p>
      </dgm:t>
    </dgm:pt>
    <dgm:pt modelId="{ECAF4614-9C56-424B-A5C9-B3888840262D}" type="sibTrans" cxnId="{7E0B3D5C-0026-4487-AFE1-F77FB60B397C}">
      <dgm:prSet/>
      <dgm:spPr/>
      <dgm:t>
        <a:bodyPr/>
        <a:lstStyle/>
        <a:p>
          <a:endParaRPr lang="en-US"/>
        </a:p>
      </dgm:t>
    </dgm:pt>
    <dgm:pt modelId="{90D3078D-C706-498F-96AE-F08C315C450B}">
      <dgm:prSet/>
      <dgm:spPr/>
      <dgm:t>
        <a:bodyPr/>
        <a:lstStyle/>
        <a:p>
          <a:r>
            <a:rPr lang="fr-FR"/>
            <a:t>TensorFlow/Keras Documentation. </a:t>
          </a:r>
          <a:r>
            <a:rPr lang="en-US"/>
            <a:t>Transfer learning and fine-tuning guide.</a:t>
          </a:r>
          <a:br>
            <a:rPr lang="en-US"/>
          </a:br>
          <a:r>
            <a:rPr lang="en-US" u="sng">
              <a:hlinkClick xmlns:r="http://schemas.openxmlformats.org/officeDocument/2006/relationships" r:id="rId7"/>
            </a:rPr>
            <a:t>https://www.tensorflow.org/tutorials/images/transfer_learning</a:t>
          </a:r>
          <a:r>
            <a:rPr lang="en-US"/>
            <a:t> (Accessed: 13 July 2025)</a:t>
          </a:r>
        </a:p>
      </dgm:t>
    </dgm:pt>
    <dgm:pt modelId="{38AA148E-CCFE-44F5-9430-8C96D7B8F0C7}" type="parTrans" cxnId="{16B02FCB-3C5B-4B66-992D-50CBF87709B2}">
      <dgm:prSet/>
      <dgm:spPr/>
      <dgm:t>
        <a:bodyPr/>
        <a:lstStyle/>
        <a:p>
          <a:endParaRPr lang="en-US"/>
        </a:p>
      </dgm:t>
    </dgm:pt>
    <dgm:pt modelId="{FA56143C-9B0B-44A4-9A3C-A93FE75F4522}" type="sibTrans" cxnId="{16B02FCB-3C5B-4B66-992D-50CBF87709B2}">
      <dgm:prSet/>
      <dgm:spPr/>
      <dgm:t>
        <a:bodyPr/>
        <a:lstStyle/>
        <a:p>
          <a:endParaRPr lang="en-US"/>
        </a:p>
      </dgm:t>
    </dgm:pt>
    <dgm:pt modelId="{892790FB-DD28-4396-BDCF-987C5DA04DA6}" type="pres">
      <dgm:prSet presAssocID="{89EE9E12-3A29-4328-BB4F-9ACF5A2EAE03}" presName="vert0" presStyleCnt="0">
        <dgm:presLayoutVars>
          <dgm:dir/>
          <dgm:animOne val="branch"/>
          <dgm:animLvl val="lvl"/>
        </dgm:presLayoutVars>
      </dgm:prSet>
      <dgm:spPr/>
    </dgm:pt>
    <dgm:pt modelId="{84C0993D-A00A-4B64-A54E-CB80DD7D14F4}" type="pres">
      <dgm:prSet presAssocID="{9F9CF544-7578-4BCC-9C26-E38CE936BA6B}" presName="thickLine" presStyleLbl="alignNode1" presStyleIdx="0" presStyleCnt="7"/>
      <dgm:spPr/>
    </dgm:pt>
    <dgm:pt modelId="{E37B6EE9-8F8A-4440-B36F-ED8194FA50EA}" type="pres">
      <dgm:prSet presAssocID="{9F9CF544-7578-4BCC-9C26-E38CE936BA6B}" presName="horz1" presStyleCnt="0"/>
      <dgm:spPr/>
    </dgm:pt>
    <dgm:pt modelId="{39AE941E-6DAA-47CA-8E2D-43E9BBE52E13}" type="pres">
      <dgm:prSet presAssocID="{9F9CF544-7578-4BCC-9C26-E38CE936BA6B}" presName="tx1" presStyleLbl="revTx" presStyleIdx="0" presStyleCnt="7"/>
      <dgm:spPr/>
    </dgm:pt>
    <dgm:pt modelId="{D453F67F-F740-476D-984A-4F8C4BB93FED}" type="pres">
      <dgm:prSet presAssocID="{9F9CF544-7578-4BCC-9C26-E38CE936BA6B}" presName="vert1" presStyleCnt="0"/>
      <dgm:spPr/>
    </dgm:pt>
    <dgm:pt modelId="{B149EA44-C064-4716-B917-5093B29C41B9}" type="pres">
      <dgm:prSet presAssocID="{A7248810-891F-4C65-A817-0381FC00A479}" presName="thickLine" presStyleLbl="alignNode1" presStyleIdx="1" presStyleCnt="7"/>
      <dgm:spPr/>
    </dgm:pt>
    <dgm:pt modelId="{772CD872-B3DA-4F16-AE36-8F50B5F67F64}" type="pres">
      <dgm:prSet presAssocID="{A7248810-891F-4C65-A817-0381FC00A479}" presName="horz1" presStyleCnt="0"/>
      <dgm:spPr/>
    </dgm:pt>
    <dgm:pt modelId="{03E060F1-A54C-4569-B9EE-06E617A3BCE7}" type="pres">
      <dgm:prSet presAssocID="{A7248810-891F-4C65-A817-0381FC00A479}" presName="tx1" presStyleLbl="revTx" presStyleIdx="1" presStyleCnt="7"/>
      <dgm:spPr/>
    </dgm:pt>
    <dgm:pt modelId="{7D4F69F5-9BC2-499F-8A7E-30EE5696C026}" type="pres">
      <dgm:prSet presAssocID="{A7248810-891F-4C65-A817-0381FC00A479}" presName="vert1" presStyleCnt="0"/>
      <dgm:spPr/>
    </dgm:pt>
    <dgm:pt modelId="{88FA8B02-DC05-456D-BE66-F766C546D681}" type="pres">
      <dgm:prSet presAssocID="{D7BB078B-EEF3-4034-B8FF-F9290D77F7D3}" presName="thickLine" presStyleLbl="alignNode1" presStyleIdx="2" presStyleCnt="7"/>
      <dgm:spPr/>
    </dgm:pt>
    <dgm:pt modelId="{5274AD75-199D-4F8E-BCB4-A2EDDB1BF21E}" type="pres">
      <dgm:prSet presAssocID="{D7BB078B-EEF3-4034-B8FF-F9290D77F7D3}" presName="horz1" presStyleCnt="0"/>
      <dgm:spPr/>
    </dgm:pt>
    <dgm:pt modelId="{7E3D59B1-9788-48AB-9F6C-05219924B171}" type="pres">
      <dgm:prSet presAssocID="{D7BB078B-EEF3-4034-B8FF-F9290D77F7D3}" presName="tx1" presStyleLbl="revTx" presStyleIdx="2" presStyleCnt="7"/>
      <dgm:spPr/>
    </dgm:pt>
    <dgm:pt modelId="{DDD5A3D4-3B7B-46BF-A459-63BE66D1E038}" type="pres">
      <dgm:prSet presAssocID="{D7BB078B-EEF3-4034-B8FF-F9290D77F7D3}" presName="vert1" presStyleCnt="0"/>
      <dgm:spPr/>
    </dgm:pt>
    <dgm:pt modelId="{7A17B7A1-D4D1-4E85-A4C2-684C17207A0D}" type="pres">
      <dgm:prSet presAssocID="{EB71B42A-9CCC-41A0-B885-0BC81BD921FB}" presName="thickLine" presStyleLbl="alignNode1" presStyleIdx="3" presStyleCnt="7"/>
      <dgm:spPr/>
    </dgm:pt>
    <dgm:pt modelId="{7CAC5FB6-E8DD-4B16-8BA3-E7DD89D17D11}" type="pres">
      <dgm:prSet presAssocID="{EB71B42A-9CCC-41A0-B885-0BC81BD921FB}" presName="horz1" presStyleCnt="0"/>
      <dgm:spPr/>
    </dgm:pt>
    <dgm:pt modelId="{15B0E215-6E59-4EAE-B417-CD3DAE23178F}" type="pres">
      <dgm:prSet presAssocID="{EB71B42A-9CCC-41A0-B885-0BC81BD921FB}" presName="tx1" presStyleLbl="revTx" presStyleIdx="3" presStyleCnt="7"/>
      <dgm:spPr/>
    </dgm:pt>
    <dgm:pt modelId="{CC832F11-1C6A-4867-80F7-ED4D4CD05D8C}" type="pres">
      <dgm:prSet presAssocID="{EB71B42A-9CCC-41A0-B885-0BC81BD921FB}" presName="vert1" presStyleCnt="0"/>
      <dgm:spPr/>
    </dgm:pt>
    <dgm:pt modelId="{8F991838-9205-4C1D-A88D-F11CC660AA2E}" type="pres">
      <dgm:prSet presAssocID="{251F2E13-02B1-46B6-81FA-F27E1D5E47EA}" presName="thickLine" presStyleLbl="alignNode1" presStyleIdx="4" presStyleCnt="7"/>
      <dgm:spPr/>
    </dgm:pt>
    <dgm:pt modelId="{71437129-0479-4015-9AC0-6C5E39833026}" type="pres">
      <dgm:prSet presAssocID="{251F2E13-02B1-46B6-81FA-F27E1D5E47EA}" presName="horz1" presStyleCnt="0"/>
      <dgm:spPr/>
    </dgm:pt>
    <dgm:pt modelId="{C848D282-BFE6-4331-BBE3-E06CE58D4DA8}" type="pres">
      <dgm:prSet presAssocID="{251F2E13-02B1-46B6-81FA-F27E1D5E47EA}" presName="tx1" presStyleLbl="revTx" presStyleIdx="4" presStyleCnt="7"/>
      <dgm:spPr/>
    </dgm:pt>
    <dgm:pt modelId="{6393960F-7B23-4340-9B82-3C688AA25A99}" type="pres">
      <dgm:prSet presAssocID="{251F2E13-02B1-46B6-81FA-F27E1D5E47EA}" presName="vert1" presStyleCnt="0"/>
      <dgm:spPr/>
    </dgm:pt>
    <dgm:pt modelId="{FCF7B8BC-7C1E-45AE-AA16-F008C9D524E5}" type="pres">
      <dgm:prSet presAssocID="{E857C045-3588-463C-AE9A-D140EE6A7F99}" presName="thickLine" presStyleLbl="alignNode1" presStyleIdx="5" presStyleCnt="7"/>
      <dgm:spPr/>
    </dgm:pt>
    <dgm:pt modelId="{BB0D99C8-3519-440F-B646-5DB493750CB5}" type="pres">
      <dgm:prSet presAssocID="{E857C045-3588-463C-AE9A-D140EE6A7F99}" presName="horz1" presStyleCnt="0"/>
      <dgm:spPr/>
    </dgm:pt>
    <dgm:pt modelId="{7E88C7D3-160E-4AF0-9465-9317DF06FD10}" type="pres">
      <dgm:prSet presAssocID="{E857C045-3588-463C-AE9A-D140EE6A7F99}" presName="tx1" presStyleLbl="revTx" presStyleIdx="5" presStyleCnt="7"/>
      <dgm:spPr/>
    </dgm:pt>
    <dgm:pt modelId="{0FC5EF8A-614A-4182-9681-F4FA0CB4B524}" type="pres">
      <dgm:prSet presAssocID="{E857C045-3588-463C-AE9A-D140EE6A7F99}" presName="vert1" presStyleCnt="0"/>
      <dgm:spPr/>
    </dgm:pt>
    <dgm:pt modelId="{075E1D31-BB49-4A2D-9170-1897DC682658}" type="pres">
      <dgm:prSet presAssocID="{90D3078D-C706-498F-96AE-F08C315C450B}" presName="thickLine" presStyleLbl="alignNode1" presStyleIdx="6" presStyleCnt="7"/>
      <dgm:spPr/>
    </dgm:pt>
    <dgm:pt modelId="{3A647D0A-CD49-4432-9330-CA869F8A5E1B}" type="pres">
      <dgm:prSet presAssocID="{90D3078D-C706-498F-96AE-F08C315C450B}" presName="horz1" presStyleCnt="0"/>
      <dgm:spPr/>
    </dgm:pt>
    <dgm:pt modelId="{1C8FDCB1-BB54-4300-98A4-353CD55C6F76}" type="pres">
      <dgm:prSet presAssocID="{90D3078D-C706-498F-96AE-F08C315C450B}" presName="tx1" presStyleLbl="revTx" presStyleIdx="6" presStyleCnt="7"/>
      <dgm:spPr/>
    </dgm:pt>
    <dgm:pt modelId="{7C338DFC-835C-47DA-880C-38DB4ABD18CB}" type="pres">
      <dgm:prSet presAssocID="{90D3078D-C706-498F-96AE-F08C315C450B}" presName="vert1" presStyleCnt="0"/>
      <dgm:spPr/>
    </dgm:pt>
  </dgm:ptLst>
  <dgm:cxnLst>
    <dgm:cxn modelId="{EBD8F105-85D9-4CF8-BF38-88C75C4292D8}" type="presOf" srcId="{E857C045-3588-463C-AE9A-D140EE6A7F99}" destId="{7E88C7D3-160E-4AF0-9465-9317DF06FD10}" srcOrd="0" destOrd="0" presId="urn:microsoft.com/office/officeart/2008/layout/LinedList"/>
    <dgm:cxn modelId="{602D2B20-8649-4504-A760-4DDCFB24FBFB}" srcId="{89EE9E12-3A29-4328-BB4F-9ACF5A2EAE03}" destId="{EB71B42A-9CCC-41A0-B885-0BC81BD921FB}" srcOrd="3" destOrd="0" parTransId="{C2D42568-9C7B-4661-B759-B143CCDC96FC}" sibTransId="{F60F706F-F0CF-448F-AAA0-8882AC99CB3E}"/>
    <dgm:cxn modelId="{0F93FA2C-23E2-42FA-9D62-5FAF7819E2D1}" type="presOf" srcId="{9F9CF544-7578-4BCC-9C26-E38CE936BA6B}" destId="{39AE941E-6DAA-47CA-8E2D-43E9BBE52E13}" srcOrd="0" destOrd="0" presId="urn:microsoft.com/office/officeart/2008/layout/LinedList"/>
    <dgm:cxn modelId="{242FB03D-7B71-47E2-B436-FD89089C0B64}" type="presOf" srcId="{EB71B42A-9CCC-41A0-B885-0BC81BD921FB}" destId="{15B0E215-6E59-4EAE-B417-CD3DAE23178F}" srcOrd="0" destOrd="0" presId="urn:microsoft.com/office/officeart/2008/layout/LinedList"/>
    <dgm:cxn modelId="{F7AFF540-2474-42BD-BAA2-09FCA376E21E}" srcId="{89EE9E12-3A29-4328-BB4F-9ACF5A2EAE03}" destId="{A7248810-891F-4C65-A817-0381FC00A479}" srcOrd="1" destOrd="0" parTransId="{1CE5A68B-FCF3-4621-820A-3BBA302673F2}" sibTransId="{7EDBE126-100D-4C91-AD1E-7A138BFD6405}"/>
    <dgm:cxn modelId="{7E0B3D5C-0026-4487-AFE1-F77FB60B397C}" srcId="{89EE9E12-3A29-4328-BB4F-9ACF5A2EAE03}" destId="{E857C045-3588-463C-AE9A-D140EE6A7F99}" srcOrd="5" destOrd="0" parTransId="{226D34B5-934C-479F-8758-B95E36159D3C}" sibTransId="{ECAF4614-9C56-424B-A5C9-B3888840262D}"/>
    <dgm:cxn modelId="{B5E33165-FDDF-49E8-B92D-A6B8B3DF2BD7}" srcId="{89EE9E12-3A29-4328-BB4F-9ACF5A2EAE03}" destId="{9F9CF544-7578-4BCC-9C26-E38CE936BA6B}" srcOrd="0" destOrd="0" parTransId="{94A9757F-86A0-4EB2-B531-50AB596468C5}" sibTransId="{FE544A23-CD2C-4548-9FB6-3FC879F67462}"/>
    <dgm:cxn modelId="{16B02FCB-3C5B-4B66-992D-50CBF87709B2}" srcId="{89EE9E12-3A29-4328-BB4F-9ACF5A2EAE03}" destId="{90D3078D-C706-498F-96AE-F08C315C450B}" srcOrd="6" destOrd="0" parTransId="{38AA148E-CCFE-44F5-9430-8C96D7B8F0C7}" sibTransId="{FA56143C-9B0B-44A4-9A3C-A93FE75F4522}"/>
    <dgm:cxn modelId="{CDF310D2-4B10-4984-B500-3516E72F92A9}" type="presOf" srcId="{D7BB078B-EEF3-4034-B8FF-F9290D77F7D3}" destId="{7E3D59B1-9788-48AB-9F6C-05219924B171}" srcOrd="0" destOrd="0" presId="urn:microsoft.com/office/officeart/2008/layout/LinedList"/>
    <dgm:cxn modelId="{25F1DFD5-87CD-48C9-B021-6671585B4B46}" type="presOf" srcId="{89EE9E12-3A29-4328-BB4F-9ACF5A2EAE03}" destId="{892790FB-DD28-4396-BDCF-987C5DA04DA6}" srcOrd="0" destOrd="0" presId="urn:microsoft.com/office/officeart/2008/layout/LinedList"/>
    <dgm:cxn modelId="{8E5A86D9-EC57-4675-A27B-43E27995ED07}" type="presOf" srcId="{90D3078D-C706-498F-96AE-F08C315C450B}" destId="{1C8FDCB1-BB54-4300-98A4-353CD55C6F76}" srcOrd="0" destOrd="0" presId="urn:microsoft.com/office/officeart/2008/layout/LinedList"/>
    <dgm:cxn modelId="{7D5116E0-F92C-44F8-BB04-9149E70850F2}" srcId="{89EE9E12-3A29-4328-BB4F-9ACF5A2EAE03}" destId="{251F2E13-02B1-46B6-81FA-F27E1D5E47EA}" srcOrd="4" destOrd="0" parTransId="{602A4BB7-0DC5-4574-8CA1-A4DE30A8CB4F}" sibTransId="{A9F725D4-BC01-413A-A609-A7984BA9644A}"/>
    <dgm:cxn modelId="{D0783BE1-6F2B-46A4-AE28-57FBC9547384}" srcId="{89EE9E12-3A29-4328-BB4F-9ACF5A2EAE03}" destId="{D7BB078B-EEF3-4034-B8FF-F9290D77F7D3}" srcOrd="2" destOrd="0" parTransId="{7B5FD10E-C2FF-4FD7-95B7-E2DE81383EAA}" sibTransId="{65BC2DC2-23FC-4C24-8439-03C7351522F5}"/>
    <dgm:cxn modelId="{A81B11E2-6FBF-477B-A1C9-63DC1809BF44}" type="presOf" srcId="{A7248810-891F-4C65-A817-0381FC00A479}" destId="{03E060F1-A54C-4569-B9EE-06E617A3BCE7}" srcOrd="0" destOrd="0" presId="urn:microsoft.com/office/officeart/2008/layout/LinedList"/>
    <dgm:cxn modelId="{5CB844F8-89B6-48FA-A9F8-3A54D2464F71}" type="presOf" srcId="{251F2E13-02B1-46B6-81FA-F27E1D5E47EA}" destId="{C848D282-BFE6-4331-BBE3-E06CE58D4DA8}" srcOrd="0" destOrd="0" presId="urn:microsoft.com/office/officeart/2008/layout/LinedList"/>
    <dgm:cxn modelId="{60C31BB9-80A3-42F6-B9CE-8BBCFB4E45AF}" type="presParOf" srcId="{892790FB-DD28-4396-BDCF-987C5DA04DA6}" destId="{84C0993D-A00A-4B64-A54E-CB80DD7D14F4}" srcOrd="0" destOrd="0" presId="urn:microsoft.com/office/officeart/2008/layout/LinedList"/>
    <dgm:cxn modelId="{C7B8B274-D23E-473A-AE14-DDDCA07E8B06}" type="presParOf" srcId="{892790FB-DD28-4396-BDCF-987C5DA04DA6}" destId="{E37B6EE9-8F8A-4440-B36F-ED8194FA50EA}" srcOrd="1" destOrd="0" presId="urn:microsoft.com/office/officeart/2008/layout/LinedList"/>
    <dgm:cxn modelId="{9CAF3CA7-9340-4F76-9B62-0DB5E2B18D44}" type="presParOf" srcId="{E37B6EE9-8F8A-4440-B36F-ED8194FA50EA}" destId="{39AE941E-6DAA-47CA-8E2D-43E9BBE52E13}" srcOrd="0" destOrd="0" presId="urn:microsoft.com/office/officeart/2008/layout/LinedList"/>
    <dgm:cxn modelId="{31E86DAE-5EC2-47AB-83CC-E13180EBF952}" type="presParOf" srcId="{E37B6EE9-8F8A-4440-B36F-ED8194FA50EA}" destId="{D453F67F-F740-476D-984A-4F8C4BB93FED}" srcOrd="1" destOrd="0" presId="urn:microsoft.com/office/officeart/2008/layout/LinedList"/>
    <dgm:cxn modelId="{03A857E1-4068-40D0-8B32-550B81C24429}" type="presParOf" srcId="{892790FB-DD28-4396-BDCF-987C5DA04DA6}" destId="{B149EA44-C064-4716-B917-5093B29C41B9}" srcOrd="2" destOrd="0" presId="urn:microsoft.com/office/officeart/2008/layout/LinedList"/>
    <dgm:cxn modelId="{8BE08CF4-2670-4DCC-B61B-7B53A8DEC127}" type="presParOf" srcId="{892790FB-DD28-4396-BDCF-987C5DA04DA6}" destId="{772CD872-B3DA-4F16-AE36-8F50B5F67F64}" srcOrd="3" destOrd="0" presId="urn:microsoft.com/office/officeart/2008/layout/LinedList"/>
    <dgm:cxn modelId="{85E82DFF-4E0D-435A-9AB4-04A305573F00}" type="presParOf" srcId="{772CD872-B3DA-4F16-AE36-8F50B5F67F64}" destId="{03E060F1-A54C-4569-B9EE-06E617A3BCE7}" srcOrd="0" destOrd="0" presId="urn:microsoft.com/office/officeart/2008/layout/LinedList"/>
    <dgm:cxn modelId="{5A118C3C-D9A4-48C7-8E73-3C6F178D1BF9}" type="presParOf" srcId="{772CD872-B3DA-4F16-AE36-8F50B5F67F64}" destId="{7D4F69F5-9BC2-499F-8A7E-30EE5696C026}" srcOrd="1" destOrd="0" presId="urn:microsoft.com/office/officeart/2008/layout/LinedList"/>
    <dgm:cxn modelId="{108C7240-BD08-4AC1-BA37-4EB7D6F646AF}" type="presParOf" srcId="{892790FB-DD28-4396-BDCF-987C5DA04DA6}" destId="{88FA8B02-DC05-456D-BE66-F766C546D681}" srcOrd="4" destOrd="0" presId="urn:microsoft.com/office/officeart/2008/layout/LinedList"/>
    <dgm:cxn modelId="{78CA5A43-D6A4-4C05-BC4D-D3D588F5C3C3}" type="presParOf" srcId="{892790FB-DD28-4396-BDCF-987C5DA04DA6}" destId="{5274AD75-199D-4F8E-BCB4-A2EDDB1BF21E}" srcOrd="5" destOrd="0" presId="urn:microsoft.com/office/officeart/2008/layout/LinedList"/>
    <dgm:cxn modelId="{85699F5D-A631-4928-943F-78BCD3AAACCB}" type="presParOf" srcId="{5274AD75-199D-4F8E-BCB4-A2EDDB1BF21E}" destId="{7E3D59B1-9788-48AB-9F6C-05219924B171}" srcOrd="0" destOrd="0" presId="urn:microsoft.com/office/officeart/2008/layout/LinedList"/>
    <dgm:cxn modelId="{1EC9E049-36A7-445C-8ECF-1B514B1C2FC4}" type="presParOf" srcId="{5274AD75-199D-4F8E-BCB4-A2EDDB1BF21E}" destId="{DDD5A3D4-3B7B-46BF-A459-63BE66D1E038}" srcOrd="1" destOrd="0" presId="urn:microsoft.com/office/officeart/2008/layout/LinedList"/>
    <dgm:cxn modelId="{510ACD8D-B4FC-4BD4-B2B2-6BB4432E2054}" type="presParOf" srcId="{892790FB-DD28-4396-BDCF-987C5DA04DA6}" destId="{7A17B7A1-D4D1-4E85-A4C2-684C17207A0D}" srcOrd="6" destOrd="0" presId="urn:microsoft.com/office/officeart/2008/layout/LinedList"/>
    <dgm:cxn modelId="{8A19AAED-6916-4BB7-B87C-72E18D0BCA1E}" type="presParOf" srcId="{892790FB-DD28-4396-BDCF-987C5DA04DA6}" destId="{7CAC5FB6-E8DD-4B16-8BA3-E7DD89D17D11}" srcOrd="7" destOrd="0" presId="urn:microsoft.com/office/officeart/2008/layout/LinedList"/>
    <dgm:cxn modelId="{CED4CCDB-862E-4B8B-BDAB-4F7A5F835E65}" type="presParOf" srcId="{7CAC5FB6-E8DD-4B16-8BA3-E7DD89D17D11}" destId="{15B0E215-6E59-4EAE-B417-CD3DAE23178F}" srcOrd="0" destOrd="0" presId="urn:microsoft.com/office/officeart/2008/layout/LinedList"/>
    <dgm:cxn modelId="{084CC386-096A-4C87-A73A-43B686172453}" type="presParOf" srcId="{7CAC5FB6-E8DD-4B16-8BA3-E7DD89D17D11}" destId="{CC832F11-1C6A-4867-80F7-ED4D4CD05D8C}" srcOrd="1" destOrd="0" presId="urn:microsoft.com/office/officeart/2008/layout/LinedList"/>
    <dgm:cxn modelId="{D0014FE5-FAC9-4097-AACE-E5E0DB3785B3}" type="presParOf" srcId="{892790FB-DD28-4396-BDCF-987C5DA04DA6}" destId="{8F991838-9205-4C1D-A88D-F11CC660AA2E}" srcOrd="8" destOrd="0" presId="urn:microsoft.com/office/officeart/2008/layout/LinedList"/>
    <dgm:cxn modelId="{442356C1-C7B1-46D8-B15F-8E23674CBC92}" type="presParOf" srcId="{892790FB-DD28-4396-BDCF-987C5DA04DA6}" destId="{71437129-0479-4015-9AC0-6C5E39833026}" srcOrd="9" destOrd="0" presId="urn:microsoft.com/office/officeart/2008/layout/LinedList"/>
    <dgm:cxn modelId="{6B526FE2-F0E0-46DC-BD8C-FDF850837763}" type="presParOf" srcId="{71437129-0479-4015-9AC0-6C5E39833026}" destId="{C848D282-BFE6-4331-BBE3-E06CE58D4DA8}" srcOrd="0" destOrd="0" presId="urn:microsoft.com/office/officeart/2008/layout/LinedList"/>
    <dgm:cxn modelId="{465A1D4C-D003-43B5-AF1E-9CC51676AFEF}" type="presParOf" srcId="{71437129-0479-4015-9AC0-6C5E39833026}" destId="{6393960F-7B23-4340-9B82-3C688AA25A99}" srcOrd="1" destOrd="0" presId="urn:microsoft.com/office/officeart/2008/layout/LinedList"/>
    <dgm:cxn modelId="{12911B3E-096D-42D6-9915-56E71123FF12}" type="presParOf" srcId="{892790FB-DD28-4396-BDCF-987C5DA04DA6}" destId="{FCF7B8BC-7C1E-45AE-AA16-F008C9D524E5}" srcOrd="10" destOrd="0" presId="urn:microsoft.com/office/officeart/2008/layout/LinedList"/>
    <dgm:cxn modelId="{5DC98B6F-A51C-457E-B7DA-580108441255}" type="presParOf" srcId="{892790FB-DD28-4396-BDCF-987C5DA04DA6}" destId="{BB0D99C8-3519-440F-B646-5DB493750CB5}" srcOrd="11" destOrd="0" presId="urn:microsoft.com/office/officeart/2008/layout/LinedList"/>
    <dgm:cxn modelId="{23C62B55-8470-4930-AD39-8BC4B32BBE99}" type="presParOf" srcId="{BB0D99C8-3519-440F-B646-5DB493750CB5}" destId="{7E88C7D3-160E-4AF0-9465-9317DF06FD10}" srcOrd="0" destOrd="0" presId="urn:microsoft.com/office/officeart/2008/layout/LinedList"/>
    <dgm:cxn modelId="{16CF8187-F877-4AC1-996B-6D9D72C198C7}" type="presParOf" srcId="{BB0D99C8-3519-440F-B646-5DB493750CB5}" destId="{0FC5EF8A-614A-4182-9681-F4FA0CB4B524}" srcOrd="1" destOrd="0" presId="urn:microsoft.com/office/officeart/2008/layout/LinedList"/>
    <dgm:cxn modelId="{FC4121F1-601D-4DD5-8CC9-F4250A8E673E}" type="presParOf" srcId="{892790FB-DD28-4396-BDCF-987C5DA04DA6}" destId="{075E1D31-BB49-4A2D-9170-1897DC682658}" srcOrd="12" destOrd="0" presId="urn:microsoft.com/office/officeart/2008/layout/LinedList"/>
    <dgm:cxn modelId="{21EA991B-96B3-4FFE-B60A-9DD6CEDAE211}" type="presParOf" srcId="{892790FB-DD28-4396-BDCF-987C5DA04DA6}" destId="{3A647D0A-CD49-4432-9330-CA869F8A5E1B}" srcOrd="13" destOrd="0" presId="urn:microsoft.com/office/officeart/2008/layout/LinedList"/>
    <dgm:cxn modelId="{024E62C4-DE5B-4A36-ACF2-B3D2BD03E481}" type="presParOf" srcId="{3A647D0A-CD49-4432-9330-CA869F8A5E1B}" destId="{1C8FDCB1-BB54-4300-98A4-353CD55C6F76}" srcOrd="0" destOrd="0" presId="urn:microsoft.com/office/officeart/2008/layout/LinedList"/>
    <dgm:cxn modelId="{677CA806-AFD1-4FBE-ABE0-907F2544E89B}" type="presParOf" srcId="{3A647D0A-CD49-4432-9330-CA869F8A5E1B}" destId="{7C338DFC-835C-47DA-880C-38DB4ABD18CB}"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C0993D-A00A-4B64-A54E-CB80DD7D14F4}">
      <dsp:nvSpPr>
        <dsp:cNvPr id="0" name=""/>
        <dsp:cNvSpPr/>
      </dsp:nvSpPr>
      <dsp:spPr>
        <a:xfrm>
          <a:off x="0" y="66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AE941E-6DAA-47CA-8E2D-43E9BBE52E13}">
      <dsp:nvSpPr>
        <dsp:cNvPr id="0" name=""/>
        <dsp:cNvSpPr/>
      </dsp:nvSpPr>
      <dsp:spPr>
        <a:xfrm>
          <a:off x="0" y="663"/>
          <a:ext cx="10515600" cy="7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Brownlee, J. (2022). How to Develop a CNN From Scratch for CIFAR-10 Photo Classification. Machine Learning Mastery.</a:t>
          </a:r>
          <a:br>
            <a:rPr lang="en-US" sz="1500" kern="1200"/>
          </a:br>
          <a:r>
            <a:rPr lang="en-US" sz="1500" u="sng" kern="1200">
              <a:hlinkClick xmlns:r="http://schemas.openxmlformats.org/officeDocument/2006/relationships" r:id="rId1"/>
            </a:rPr>
            <a:t>https://machinelearningmastery.com/how-to-develop-a-cnn-from-scratch-for-cifar-10-photo-classification/</a:t>
          </a:r>
          <a:r>
            <a:rPr lang="en-US" sz="1500" kern="1200"/>
            <a:t> (Accessed: 11 July 2025)</a:t>
          </a:r>
        </a:p>
      </dsp:txBody>
      <dsp:txXfrm>
        <a:off x="0" y="663"/>
        <a:ext cx="10515600" cy="776014"/>
      </dsp:txXfrm>
    </dsp:sp>
    <dsp:sp modelId="{B149EA44-C064-4716-B917-5093B29C41B9}">
      <dsp:nvSpPr>
        <dsp:cNvPr id="0" name=""/>
        <dsp:cNvSpPr/>
      </dsp:nvSpPr>
      <dsp:spPr>
        <a:xfrm>
          <a:off x="0" y="776677"/>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E060F1-A54C-4569-B9EE-06E617A3BCE7}">
      <dsp:nvSpPr>
        <dsp:cNvPr id="0" name=""/>
        <dsp:cNvSpPr/>
      </dsp:nvSpPr>
      <dsp:spPr>
        <a:xfrm>
          <a:off x="0" y="776677"/>
          <a:ext cx="10515600" cy="7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Chollet, F. (2017). Deep Learning with Python. Manning Publications. Available at: </a:t>
          </a:r>
          <a:r>
            <a:rPr lang="en-US" sz="1500" u="sng" kern="1200">
              <a:hlinkClick xmlns:r="http://schemas.openxmlformats.org/officeDocument/2006/relationships" r:id="rId2"/>
            </a:rPr>
            <a:t>https://sourestdeeds.github.io/pdf/Deep%20Learning%20with%20Python.pdf</a:t>
          </a:r>
          <a:r>
            <a:rPr lang="en-US" sz="1500" kern="1200"/>
            <a:t> (Accessed: 11 July 2025)</a:t>
          </a:r>
        </a:p>
      </dsp:txBody>
      <dsp:txXfrm>
        <a:off x="0" y="776677"/>
        <a:ext cx="10515600" cy="776014"/>
      </dsp:txXfrm>
    </dsp:sp>
    <dsp:sp modelId="{88FA8B02-DC05-456D-BE66-F766C546D681}">
      <dsp:nvSpPr>
        <dsp:cNvPr id="0" name=""/>
        <dsp:cNvSpPr/>
      </dsp:nvSpPr>
      <dsp:spPr>
        <a:xfrm>
          <a:off x="0" y="155269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3D59B1-9788-48AB-9F6C-05219924B171}">
      <dsp:nvSpPr>
        <dsp:cNvPr id="0" name=""/>
        <dsp:cNvSpPr/>
      </dsp:nvSpPr>
      <dsp:spPr>
        <a:xfrm>
          <a:off x="0" y="1552692"/>
          <a:ext cx="10515600" cy="7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Deng, J., Dong, W., Socher, R., Li, L.-J., Li, K., &amp; Fei-Fei, L. (2009). ImageNet: A Large-Scale Hierarchical Image Database. IEEE Conference on Computer Vision and Pattern Recognition (CVPR). Available at:</a:t>
          </a:r>
          <a:br>
            <a:rPr lang="en-US" sz="1500" kern="1200"/>
          </a:br>
          <a:r>
            <a:rPr lang="en-US" sz="1500" u="sng" kern="1200">
              <a:hlinkClick xmlns:r="http://schemas.openxmlformats.org/officeDocument/2006/relationships" r:id="rId3"/>
            </a:rPr>
            <a:t>https://ieeexplore.ieee.org/document/5206848</a:t>
          </a:r>
          <a:r>
            <a:rPr lang="en-US" sz="1500" kern="1200"/>
            <a:t> (Accessed: 12 July 2025)</a:t>
          </a:r>
        </a:p>
      </dsp:txBody>
      <dsp:txXfrm>
        <a:off x="0" y="1552692"/>
        <a:ext cx="10515600" cy="776014"/>
      </dsp:txXfrm>
    </dsp:sp>
    <dsp:sp modelId="{7A17B7A1-D4D1-4E85-A4C2-684C17207A0D}">
      <dsp:nvSpPr>
        <dsp:cNvPr id="0" name=""/>
        <dsp:cNvSpPr/>
      </dsp:nvSpPr>
      <dsp:spPr>
        <a:xfrm>
          <a:off x="0" y="232870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B0E215-6E59-4EAE-B417-CD3DAE23178F}">
      <dsp:nvSpPr>
        <dsp:cNvPr id="0" name=""/>
        <dsp:cNvSpPr/>
      </dsp:nvSpPr>
      <dsp:spPr>
        <a:xfrm>
          <a:off x="0" y="2328706"/>
          <a:ext cx="10515600" cy="7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fr-FR" sz="1500" kern="1200"/>
            <a:t>Howard, A. G., et al. (2017). MobileNets: Efficient Convolutional Neural Networks for Mobile Vision Applications. arXiv preprint arXiv:1704.04861.</a:t>
          </a:r>
          <a:br>
            <a:rPr lang="fr-FR" sz="1500" kern="1200"/>
          </a:br>
          <a:r>
            <a:rPr lang="fr-FR" sz="1500" u="sng" kern="1200">
              <a:hlinkClick xmlns:r="http://schemas.openxmlformats.org/officeDocument/2006/relationships" r:id="rId4"/>
            </a:rPr>
            <a:t>https://arxiv.org/abs/1704.04861</a:t>
          </a:r>
          <a:r>
            <a:rPr lang="fr-FR" sz="1500" kern="1200"/>
            <a:t> (Accessed: 12 July 2025)</a:t>
          </a:r>
          <a:endParaRPr lang="en-US" sz="1500" kern="1200"/>
        </a:p>
      </dsp:txBody>
      <dsp:txXfrm>
        <a:off x="0" y="2328706"/>
        <a:ext cx="10515600" cy="776014"/>
      </dsp:txXfrm>
    </dsp:sp>
    <dsp:sp modelId="{8F991838-9205-4C1D-A88D-F11CC660AA2E}">
      <dsp:nvSpPr>
        <dsp:cNvPr id="0" name=""/>
        <dsp:cNvSpPr/>
      </dsp:nvSpPr>
      <dsp:spPr>
        <a:xfrm>
          <a:off x="0" y="310472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48D282-BFE6-4331-BBE3-E06CE58D4DA8}">
      <dsp:nvSpPr>
        <dsp:cNvPr id="0" name=""/>
        <dsp:cNvSpPr/>
      </dsp:nvSpPr>
      <dsp:spPr>
        <a:xfrm>
          <a:off x="0" y="3104721"/>
          <a:ext cx="10515600" cy="7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Keras CIFAR-10 example. Available at: </a:t>
          </a:r>
          <a:r>
            <a:rPr lang="en-US" sz="1500" u="sng" kern="1200">
              <a:hlinkClick xmlns:r="http://schemas.openxmlformats.org/officeDocument/2006/relationships" r:id="rId5"/>
            </a:rPr>
            <a:t>https://keras.io/api/datasets/cifar10/</a:t>
          </a:r>
          <a:r>
            <a:rPr lang="en-US" sz="1500" kern="1200"/>
            <a:t> (Accessed: 13 July 2025)</a:t>
          </a:r>
        </a:p>
      </dsp:txBody>
      <dsp:txXfrm>
        <a:off x="0" y="3104721"/>
        <a:ext cx="10515600" cy="776014"/>
      </dsp:txXfrm>
    </dsp:sp>
    <dsp:sp modelId="{FCF7B8BC-7C1E-45AE-AA16-F008C9D524E5}">
      <dsp:nvSpPr>
        <dsp:cNvPr id="0" name=""/>
        <dsp:cNvSpPr/>
      </dsp:nvSpPr>
      <dsp:spPr>
        <a:xfrm>
          <a:off x="0" y="3880735"/>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88C7D3-160E-4AF0-9465-9317DF06FD10}">
      <dsp:nvSpPr>
        <dsp:cNvPr id="0" name=""/>
        <dsp:cNvSpPr/>
      </dsp:nvSpPr>
      <dsp:spPr>
        <a:xfrm>
          <a:off x="0" y="3880735"/>
          <a:ext cx="10515600" cy="7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Krizhevsky, A. (2009). Learning Multiple Layers of Features from Tiny Images. University of Toronto. Available at: </a:t>
          </a:r>
          <a:r>
            <a:rPr lang="en-US" sz="1500" u="sng" kern="1200">
              <a:hlinkClick xmlns:r="http://schemas.openxmlformats.org/officeDocument/2006/relationships" r:id="rId6"/>
            </a:rPr>
            <a:t>https://www.cs.toronto.edu/~kriz/learning-features-2009-TR.pdf</a:t>
          </a:r>
          <a:r>
            <a:rPr lang="en-AE" sz="1500" kern="1200"/>
            <a:t> </a:t>
          </a:r>
          <a:r>
            <a:rPr lang="en-US" sz="1500" kern="1200"/>
            <a:t>(Accessed: 13 July 2025)</a:t>
          </a:r>
        </a:p>
      </dsp:txBody>
      <dsp:txXfrm>
        <a:off x="0" y="3880735"/>
        <a:ext cx="10515600" cy="776014"/>
      </dsp:txXfrm>
    </dsp:sp>
    <dsp:sp modelId="{075E1D31-BB49-4A2D-9170-1897DC682658}">
      <dsp:nvSpPr>
        <dsp:cNvPr id="0" name=""/>
        <dsp:cNvSpPr/>
      </dsp:nvSpPr>
      <dsp:spPr>
        <a:xfrm>
          <a:off x="0" y="465675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8FDCB1-BB54-4300-98A4-353CD55C6F76}">
      <dsp:nvSpPr>
        <dsp:cNvPr id="0" name=""/>
        <dsp:cNvSpPr/>
      </dsp:nvSpPr>
      <dsp:spPr>
        <a:xfrm>
          <a:off x="0" y="4656750"/>
          <a:ext cx="10515600" cy="77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fr-FR" sz="1500" kern="1200"/>
            <a:t>TensorFlow/Keras Documentation. </a:t>
          </a:r>
          <a:r>
            <a:rPr lang="en-US" sz="1500" kern="1200"/>
            <a:t>Transfer learning and fine-tuning guide.</a:t>
          </a:r>
          <a:br>
            <a:rPr lang="en-US" sz="1500" kern="1200"/>
          </a:br>
          <a:r>
            <a:rPr lang="en-US" sz="1500" u="sng" kern="1200">
              <a:hlinkClick xmlns:r="http://schemas.openxmlformats.org/officeDocument/2006/relationships" r:id="rId7"/>
            </a:rPr>
            <a:t>https://www.tensorflow.org/tutorials/images/transfer_learning</a:t>
          </a:r>
          <a:r>
            <a:rPr lang="en-US" sz="1500" kern="1200"/>
            <a:t> (Accessed: 13 July 2025)</a:t>
          </a:r>
        </a:p>
      </dsp:txBody>
      <dsp:txXfrm>
        <a:off x="0" y="4656750"/>
        <a:ext cx="10515600" cy="77601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019A9-D2A6-43AD-8AE0-58EEDCE32472}" type="datetimeFigureOut">
              <a:rPr lang="en-AE" smtClean="0"/>
              <a:t>14/10/2025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7E581D-7CBA-45DF-A872-2D45297AE21F}" type="slidenum">
              <a:rPr lang="en-AE" smtClean="0"/>
              <a:t>‹#›</a:t>
            </a:fld>
            <a:endParaRPr lang="en-AE"/>
          </a:p>
        </p:txBody>
      </p:sp>
    </p:spTree>
    <p:extLst>
      <p:ext uri="{BB962C8B-B14F-4D97-AF65-F5344CB8AC3E}">
        <p14:creationId xmlns:p14="http://schemas.microsoft.com/office/powerpoint/2010/main" val="1203547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1</a:t>
            </a:fld>
            <a:endParaRPr lang="en-AE"/>
          </a:p>
        </p:txBody>
      </p:sp>
    </p:spTree>
    <p:extLst>
      <p:ext uri="{BB962C8B-B14F-4D97-AF65-F5344CB8AC3E}">
        <p14:creationId xmlns:p14="http://schemas.microsoft.com/office/powerpoint/2010/main" val="90277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7E581D-7CBA-45DF-A872-2D45297AE21F}" type="slidenum">
              <a:rPr lang="en-AE" smtClean="0"/>
              <a:t>2</a:t>
            </a:fld>
            <a:endParaRPr lang="en-AE"/>
          </a:p>
        </p:txBody>
      </p:sp>
    </p:spTree>
    <p:extLst>
      <p:ext uri="{BB962C8B-B14F-4D97-AF65-F5344CB8AC3E}">
        <p14:creationId xmlns:p14="http://schemas.microsoft.com/office/powerpoint/2010/main" val="2713457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3</a:t>
            </a:fld>
            <a:endParaRPr lang="en-AE"/>
          </a:p>
        </p:txBody>
      </p:sp>
    </p:spTree>
    <p:extLst>
      <p:ext uri="{BB962C8B-B14F-4D97-AF65-F5344CB8AC3E}">
        <p14:creationId xmlns:p14="http://schemas.microsoft.com/office/powerpoint/2010/main" val="3915526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4</a:t>
            </a:fld>
            <a:endParaRPr lang="en-AE"/>
          </a:p>
        </p:txBody>
      </p:sp>
    </p:spTree>
    <p:extLst>
      <p:ext uri="{BB962C8B-B14F-4D97-AF65-F5344CB8AC3E}">
        <p14:creationId xmlns:p14="http://schemas.microsoft.com/office/powerpoint/2010/main" val="2558958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5</a:t>
            </a:fld>
            <a:endParaRPr lang="en-AE"/>
          </a:p>
        </p:txBody>
      </p:sp>
    </p:spTree>
    <p:extLst>
      <p:ext uri="{BB962C8B-B14F-4D97-AF65-F5344CB8AC3E}">
        <p14:creationId xmlns:p14="http://schemas.microsoft.com/office/powerpoint/2010/main" val="400877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6</a:t>
            </a:fld>
            <a:endParaRPr lang="en-AE"/>
          </a:p>
        </p:txBody>
      </p:sp>
    </p:spTree>
    <p:extLst>
      <p:ext uri="{BB962C8B-B14F-4D97-AF65-F5344CB8AC3E}">
        <p14:creationId xmlns:p14="http://schemas.microsoft.com/office/powerpoint/2010/main" val="848366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7</a:t>
            </a:fld>
            <a:endParaRPr lang="en-AE"/>
          </a:p>
        </p:txBody>
      </p:sp>
    </p:spTree>
    <p:extLst>
      <p:ext uri="{BB962C8B-B14F-4D97-AF65-F5344CB8AC3E}">
        <p14:creationId xmlns:p14="http://schemas.microsoft.com/office/powerpoint/2010/main" val="168327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8</a:t>
            </a:fld>
            <a:endParaRPr lang="en-AE"/>
          </a:p>
        </p:txBody>
      </p:sp>
    </p:spTree>
    <p:extLst>
      <p:ext uri="{BB962C8B-B14F-4D97-AF65-F5344CB8AC3E}">
        <p14:creationId xmlns:p14="http://schemas.microsoft.com/office/powerpoint/2010/main" val="2634618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9</a:t>
            </a:fld>
            <a:endParaRPr lang="en-AE"/>
          </a:p>
        </p:txBody>
      </p:sp>
    </p:spTree>
    <p:extLst>
      <p:ext uri="{BB962C8B-B14F-4D97-AF65-F5344CB8AC3E}">
        <p14:creationId xmlns:p14="http://schemas.microsoft.com/office/powerpoint/2010/main" val="4186111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10</a:t>
            </a:fld>
            <a:endParaRPr lang="en-AE"/>
          </a:p>
        </p:txBody>
      </p:sp>
    </p:spTree>
    <p:extLst>
      <p:ext uri="{BB962C8B-B14F-4D97-AF65-F5344CB8AC3E}">
        <p14:creationId xmlns:p14="http://schemas.microsoft.com/office/powerpoint/2010/main" val="2409433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11</a:t>
            </a:fld>
            <a:endParaRPr lang="en-AE"/>
          </a:p>
        </p:txBody>
      </p:sp>
    </p:spTree>
    <p:extLst>
      <p:ext uri="{BB962C8B-B14F-4D97-AF65-F5344CB8AC3E}">
        <p14:creationId xmlns:p14="http://schemas.microsoft.com/office/powerpoint/2010/main" val="166716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7E581D-7CBA-45DF-A872-2D45297AE21F}" type="slidenum">
              <a:rPr lang="en-AE" smtClean="0"/>
              <a:t>12</a:t>
            </a:fld>
            <a:endParaRPr lang="en-AE"/>
          </a:p>
        </p:txBody>
      </p:sp>
    </p:spTree>
    <p:extLst>
      <p:ext uri="{BB962C8B-B14F-4D97-AF65-F5344CB8AC3E}">
        <p14:creationId xmlns:p14="http://schemas.microsoft.com/office/powerpoint/2010/main" val="2060885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13</a:t>
            </a:fld>
            <a:endParaRPr lang="en-AE"/>
          </a:p>
        </p:txBody>
      </p:sp>
    </p:spTree>
    <p:extLst>
      <p:ext uri="{BB962C8B-B14F-4D97-AF65-F5344CB8AC3E}">
        <p14:creationId xmlns:p14="http://schemas.microsoft.com/office/powerpoint/2010/main" val="2714132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14</a:t>
            </a:fld>
            <a:endParaRPr lang="en-AE"/>
          </a:p>
        </p:txBody>
      </p:sp>
    </p:spTree>
    <p:extLst>
      <p:ext uri="{BB962C8B-B14F-4D97-AF65-F5344CB8AC3E}">
        <p14:creationId xmlns:p14="http://schemas.microsoft.com/office/powerpoint/2010/main" val="2672335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15</a:t>
            </a:fld>
            <a:endParaRPr lang="en-AE"/>
          </a:p>
        </p:txBody>
      </p:sp>
    </p:spTree>
    <p:extLst>
      <p:ext uri="{BB962C8B-B14F-4D97-AF65-F5344CB8AC3E}">
        <p14:creationId xmlns:p14="http://schemas.microsoft.com/office/powerpoint/2010/main" val="1994732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16</a:t>
            </a:fld>
            <a:endParaRPr lang="en-AE"/>
          </a:p>
        </p:txBody>
      </p:sp>
    </p:spTree>
    <p:extLst>
      <p:ext uri="{BB962C8B-B14F-4D97-AF65-F5344CB8AC3E}">
        <p14:creationId xmlns:p14="http://schemas.microsoft.com/office/powerpoint/2010/main" val="4122663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7E581D-7CBA-45DF-A872-2D45297AE21F}" type="slidenum">
              <a:rPr lang="en-AE" smtClean="0"/>
              <a:t>19</a:t>
            </a:fld>
            <a:endParaRPr lang="en-AE"/>
          </a:p>
        </p:txBody>
      </p:sp>
    </p:spTree>
    <p:extLst>
      <p:ext uri="{BB962C8B-B14F-4D97-AF65-F5344CB8AC3E}">
        <p14:creationId xmlns:p14="http://schemas.microsoft.com/office/powerpoint/2010/main" val="4109709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1.png"/><Relationship Id="rId5" Type="http://schemas.openxmlformats.org/officeDocument/2006/relationships/image" Target="../media/image1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1.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1.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m4a"/><Relationship Id="rId1" Type="http://schemas.microsoft.com/office/2007/relationships/media" Target="../media/media19.m4a"/><Relationship Id="rId5" Type="http://schemas.openxmlformats.org/officeDocument/2006/relationships/image" Target="../media/image1.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slideLayout" Target="../slideLayouts/slideLayout2.xml"/><Relationship Id="rId7" Type="http://schemas.openxmlformats.org/officeDocument/2006/relationships/diagramColors" Target="../diagrams/colors1.xml"/><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4a"/><Relationship Id="rId1" Type="http://schemas.microsoft.com/office/2007/relationships/media" Target="../media/media21.m4a"/><Relationship Id="rId5" Type="http://schemas.openxmlformats.org/officeDocument/2006/relationships/image" Target="../media/image1.png"/><Relationship Id="rId4"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57" name="Rectangle 56">
            <a:extLst>
              <a:ext uri="{FF2B5EF4-FFF2-40B4-BE49-F238E27FC236}">
                <a16:creationId xmlns:a16="http://schemas.microsoft.com/office/drawing/2014/main" id="{0BD8B065-EE51-4AE2-A94C-86249998F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descr="Individual Presentation&#10;(Track 2)"/>
          <p:cNvSpPr>
            <a:spLocks noGrp="1"/>
          </p:cNvSpPr>
          <p:nvPr>
            <p:ph type="ctrTitle"/>
          </p:nvPr>
        </p:nvSpPr>
        <p:spPr>
          <a:xfrm>
            <a:off x="3371787" y="1741337"/>
            <a:ext cx="5448730" cy="2387918"/>
          </a:xfrm>
        </p:spPr>
        <p:txBody>
          <a:bodyPr anchor="b">
            <a:normAutofit/>
          </a:bodyPr>
          <a:lstStyle/>
          <a:p>
            <a:r>
              <a:rPr lang="en-US" sz="5200" dirty="0">
                <a:solidFill>
                  <a:schemeClr val="tx2"/>
                </a:solidFill>
              </a:rPr>
              <a:t>Individual Presentation</a:t>
            </a:r>
          </a:p>
          <a:p>
            <a:r>
              <a:rPr lang="en-US" sz="5200" dirty="0">
                <a:solidFill>
                  <a:schemeClr val="tx2"/>
                </a:solidFill>
              </a:rPr>
              <a:t>(Track 2)</a:t>
            </a:r>
          </a:p>
        </p:txBody>
      </p:sp>
      <p:sp>
        <p:nvSpPr>
          <p:cNvPr id="3" name="Subtitle 2"/>
          <p:cNvSpPr>
            <a:spLocks noGrp="1"/>
          </p:cNvSpPr>
          <p:nvPr>
            <p:ph type="subTitle" idx="1"/>
          </p:nvPr>
        </p:nvSpPr>
        <p:spPr>
          <a:xfrm>
            <a:off x="3371161" y="4200522"/>
            <a:ext cx="5449982" cy="682079"/>
          </a:xfrm>
        </p:spPr>
        <p:txBody>
          <a:bodyPr vert="horz" lIns="91440" tIns="45720" rIns="91440" bIns="45720" rtlCol="0">
            <a:normAutofit/>
          </a:bodyPr>
          <a:lstStyle/>
          <a:p>
            <a:r>
              <a:rPr lang="en-US" sz="2000" u="sng" dirty="0">
                <a:solidFill>
                  <a:schemeClr val="tx2"/>
                </a:solidFill>
              </a:rPr>
              <a:t>Assignment Topic</a:t>
            </a:r>
            <a:r>
              <a:rPr lang="en-US" sz="2000" dirty="0">
                <a:solidFill>
                  <a:schemeClr val="tx2"/>
                </a:solidFill>
              </a:rPr>
              <a:t>: Neural Network Models for Object Recognition</a:t>
            </a:r>
          </a:p>
          <a:p>
            <a:endParaRPr lang="en-US" sz="2000" dirty="0">
              <a:solidFill>
                <a:schemeClr val="tx2"/>
              </a:solidFill>
            </a:endParaRPr>
          </a:p>
        </p:txBody>
      </p:sp>
      <p:grpSp>
        <p:nvGrpSpPr>
          <p:cNvPr id="58" name="Group 57">
            <a:extLst>
              <a:ext uri="{FF2B5EF4-FFF2-40B4-BE49-F238E27FC236}">
                <a16:creationId xmlns:a16="http://schemas.microsoft.com/office/drawing/2014/main" id="{18999293-B054-4B57-A26F-D04C2BB113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35" name="Freeform: Shape 34">
              <a:extLst>
                <a:ext uri="{FF2B5EF4-FFF2-40B4-BE49-F238E27FC236}">
                  <a16:creationId xmlns:a16="http://schemas.microsoft.com/office/drawing/2014/main" id="{5E505D8A-F41A-450D-A648-E77DF6B8D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E2BD6DCE-6A81-4F34-9958-67B578EA1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5C462BE8-CD72-48CF-8A7B-C716D2B99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Shape 58">
              <a:extLst>
                <a:ext uri="{FF2B5EF4-FFF2-40B4-BE49-F238E27FC236}">
                  <a16:creationId xmlns:a16="http://schemas.microsoft.com/office/drawing/2014/main" id="{1C2CDB70-40F1-4D00-8F17-A532E732E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 name="Group 59">
            <a:extLst>
              <a:ext uri="{FF2B5EF4-FFF2-40B4-BE49-F238E27FC236}">
                <a16:creationId xmlns:a16="http://schemas.microsoft.com/office/drawing/2014/main" id="{761945C4-D997-42F3-B59A-984CF00667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61" name="Freeform: Shape 60">
              <a:extLst>
                <a:ext uri="{FF2B5EF4-FFF2-40B4-BE49-F238E27FC236}">
                  <a16:creationId xmlns:a16="http://schemas.microsoft.com/office/drawing/2014/main" id="{4651FE4A-9487-43BE-A388-13453574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a16="http://schemas.microsoft.com/office/drawing/2014/main" id="{F44B0EF3-9992-4B95-8A43-6206B3FC3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041B1C1F-C2FE-4C47-9D74-ADB9B53F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4" name="Freeform: Shape 63">
              <a:extLst>
                <a:ext uri="{FF2B5EF4-FFF2-40B4-BE49-F238E27FC236}">
                  <a16:creationId xmlns:a16="http://schemas.microsoft.com/office/drawing/2014/main" id="{1048177B-A49E-4E24-9007-07A0EDD6A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Audio 6">
            <a:extLst>
              <a:ext uri="{FF2B5EF4-FFF2-40B4-BE49-F238E27FC236}">
                <a16:creationId xmlns:a16="http://schemas.microsoft.com/office/drawing/2014/main" id="{8D9E8A8A-3E81-3816-D8C8-D3FDA31F7B9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4="http://schemas.microsoft.com/office/powerpoint/2010/main">
    <mc:Choice Requires="p14">
      <p:transition spd="slow" p14:dur="2000" advTm="8031"/>
    </mc:Choice>
    <mc:Fallback xmlns="">
      <p:transition spd="slow" advTm="80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Right Triangle 4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9FAEE9-42A8-420B-F6EB-DE57E57D9086}"/>
              </a:ext>
            </a:extLst>
          </p:cNvPr>
          <p:cNvSpPr>
            <a:spLocks noGrp="1"/>
          </p:cNvSpPr>
          <p:nvPr>
            <p:ph type="title"/>
          </p:nvPr>
        </p:nvSpPr>
        <p:spPr>
          <a:xfrm>
            <a:off x="1006900" y="1188637"/>
            <a:ext cx="3141430" cy="4480726"/>
          </a:xfrm>
        </p:spPr>
        <p:txBody>
          <a:bodyPr>
            <a:normAutofit/>
          </a:bodyPr>
          <a:lstStyle/>
          <a:p>
            <a:pPr algn="r"/>
            <a:r>
              <a:rPr lang="en-US" sz="6100"/>
              <a:t>Contents</a:t>
            </a:r>
          </a:p>
        </p:txBody>
      </p:sp>
      <p:cxnSp>
        <p:nvCxnSpPr>
          <p:cNvPr id="52" name="Straight Connector 51">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C9ED903F-49B3-046D-6BBB-22970CCB5C2B}"/>
              </a:ext>
            </a:extLst>
          </p:cNvPr>
          <p:cNvSpPr>
            <a:spLocks noGrp="1"/>
          </p:cNvSpPr>
          <p:nvPr>
            <p:ph idx="1"/>
          </p:nvPr>
        </p:nvSpPr>
        <p:spPr>
          <a:xfrm>
            <a:off x="5138928" y="1338729"/>
            <a:ext cx="4795584" cy="4180542"/>
          </a:xfrm>
        </p:spPr>
        <p:txBody>
          <a:bodyPr vert="horz" lIns="91440" tIns="45720" rIns="91440" bIns="45720" rtlCol="0" anchor="ctr">
            <a:normAutofit/>
          </a:bodyPr>
          <a:lstStyle/>
          <a:p>
            <a:pPr marL="0" indent="0">
              <a:buNone/>
            </a:pPr>
            <a:r>
              <a:rPr lang="en-US" sz="2000" dirty="0"/>
              <a:t>Introduction</a:t>
            </a:r>
          </a:p>
          <a:p>
            <a:pPr marL="0" indent="0">
              <a:buNone/>
            </a:pPr>
            <a:r>
              <a:rPr lang="en-US" sz="2000" dirty="0"/>
              <a:t>EDA</a:t>
            </a:r>
          </a:p>
          <a:p>
            <a:pPr marL="0" indent="0">
              <a:buNone/>
            </a:pPr>
            <a:r>
              <a:rPr lang="en-US" sz="2000" dirty="0"/>
              <a:t>Pre-Processing</a:t>
            </a:r>
          </a:p>
          <a:p>
            <a:pPr marL="0" indent="0">
              <a:buNone/>
            </a:pPr>
            <a:r>
              <a:rPr lang="en-US" sz="2000" dirty="0"/>
              <a:t>Data partitioning</a:t>
            </a:r>
          </a:p>
          <a:p>
            <a:pPr marL="0" indent="0">
              <a:buNone/>
            </a:pPr>
            <a:r>
              <a:rPr lang="en-US" sz="2000" dirty="0"/>
              <a:t>Architecture</a:t>
            </a:r>
          </a:p>
          <a:p>
            <a:pPr marL="0" indent="0">
              <a:buNone/>
            </a:pPr>
            <a:r>
              <a:rPr lang="en-US" sz="2000" dirty="0"/>
              <a:t>Training</a:t>
            </a:r>
          </a:p>
          <a:p>
            <a:pPr marL="0" indent="0">
              <a:buNone/>
            </a:pPr>
            <a:r>
              <a:rPr lang="en-US" sz="2000" dirty="0"/>
              <a:t>Evaluation</a:t>
            </a:r>
          </a:p>
          <a:p>
            <a:pPr marL="0" indent="0">
              <a:buNone/>
            </a:pPr>
            <a:r>
              <a:rPr lang="en-US" sz="2000" dirty="0"/>
              <a:t>Code</a:t>
            </a:r>
          </a:p>
          <a:p>
            <a:pPr marL="0" indent="0">
              <a:buNone/>
            </a:pPr>
            <a:r>
              <a:rPr lang="en-US" sz="2000" dirty="0"/>
              <a:t>Conclusion</a:t>
            </a:r>
          </a:p>
          <a:p>
            <a:pPr marL="0" indent="0">
              <a:buNone/>
            </a:pPr>
            <a:r>
              <a:rPr lang="en-US" sz="2000" dirty="0"/>
              <a:t>References</a:t>
            </a:r>
          </a:p>
        </p:txBody>
      </p:sp>
      <p:pic>
        <p:nvPicPr>
          <p:cNvPr id="5" name="Audio 4">
            <a:extLst>
              <a:ext uri="{FF2B5EF4-FFF2-40B4-BE49-F238E27FC236}">
                <a16:creationId xmlns:a16="http://schemas.microsoft.com/office/drawing/2014/main" id="{2F5DCDD8-1FDC-FC9B-75D4-1FB1B65FC75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193736680"/>
      </p:ext>
    </p:extLst>
  </p:cSld>
  <p:clrMapOvr>
    <a:masterClrMapping/>
  </p:clrMapOvr>
  <mc:AlternateContent xmlns:mc="http://schemas.openxmlformats.org/markup-compatibility/2006" xmlns:p14="http://schemas.microsoft.com/office/powerpoint/2010/main">
    <mc:Choice Requires="p14">
      <p:transition spd="slow" p14:dur="2000" advTm="16793"/>
    </mc:Choice>
    <mc:Fallback xmlns="">
      <p:transition spd="slow" advTm="167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E7B8B0-81A9-39F7-B09E-5674343F448A}"/>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Introduction</a:t>
            </a:r>
          </a:p>
        </p:txBody>
      </p:sp>
      <p:sp>
        <p:nvSpPr>
          <p:cNvPr id="40" name="Rectangle 3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A74803A-83A4-98C3-D011-0132B0C22455}"/>
              </a:ext>
            </a:extLst>
          </p:cNvPr>
          <p:cNvSpPr txBox="1"/>
          <p:nvPr/>
        </p:nvSpPr>
        <p:spPr>
          <a:xfrm>
            <a:off x="793661" y="2599509"/>
            <a:ext cx="4530898" cy="363945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Developed object recognition model using CIFAR-10 (</a:t>
            </a:r>
            <a:r>
              <a:rPr lang="en-US" sz="2000" dirty="0" err="1"/>
              <a:t>Krizhevsky</a:t>
            </a:r>
            <a:r>
              <a:rPr lang="en-US" sz="2000" dirty="0"/>
              <a:t>, 2009).</a:t>
            </a:r>
          </a:p>
          <a:p>
            <a:pPr indent="-2286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r>
              <a:rPr lang="en-US" sz="2000" dirty="0"/>
              <a:t>Used Deep Learning (CNNs + Transfer Learning) (Chollet, 2017).</a:t>
            </a:r>
          </a:p>
          <a:p>
            <a:pPr indent="-2286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r>
              <a:rPr lang="en-US" sz="2000" dirty="0"/>
              <a:t>Evaluated model performance on classification task.</a:t>
            </a:r>
          </a:p>
          <a:p>
            <a:pPr indent="-228600">
              <a:lnSpc>
                <a:spcPct val="90000"/>
              </a:lnSpc>
              <a:spcAft>
                <a:spcPts val="600"/>
              </a:spcAft>
              <a:buFont typeface="Arial" panose="020B0604020202020204" pitchFamily="34" charset="0"/>
              <a:buChar char="•"/>
            </a:pPr>
            <a:endParaRPr lang="en-US" sz="2000" dirty="0"/>
          </a:p>
        </p:txBody>
      </p:sp>
      <p:pic>
        <p:nvPicPr>
          <p:cNvPr id="4" name="Picture 3" descr="A collage of images of animals&#10;&#10;Description automatically generated">
            <a:extLst>
              <a:ext uri="{FF2B5EF4-FFF2-40B4-BE49-F238E27FC236}">
                <a16:creationId xmlns:a16="http://schemas.microsoft.com/office/drawing/2014/main" id="{F517FD75-C67A-4B0E-4191-C86241C61CAE}"/>
              </a:ext>
            </a:extLst>
          </p:cNvPr>
          <p:cNvPicPr>
            <a:picLocks noChangeAspect="1"/>
          </p:cNvPicPr>
          <p:nvPr/>
        </p:nvPicPr>
        <p:blipFill>
          <a:blip r:embed="rId5"/>
          <a:stretch>
            <a:fillRect/>
          </a:stretch>
        </p:blipFill>
        <p:spPr>
          <a:xfrm>
            <a:off x="5911532" y="3110732"/>
            <a:ext cx="5150277" cy="2461290"/>
          </a:xfrm>
          <a:prstGeom prst="rect">
            <a:avLst/>
          </a:prstGeom>
        </p:spPr>
      </p:pic>
      <p:sp>
        <p:nvSpPr>
          <p:cNvPr id="42" name="Rectangle 4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Audio 5">
            <a:extLst>
              <a:ext uri="{FF2B5EF4-FFF2-40B4-BE49-F238E27FC236}">
                <a16:creationId xmlns:a16="http://schemas.microsoft.com/office/drawing/2014/main" id="{93419067-9195-170A-1A31-CB3CA2CA6AF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287977578"/>
      </p:ext>
    </p:extLst>
  </p:cSld>
  <p:clrMapOvr>
    <a:masterClrMapping/>
  </p:clrMapOvr>
  <mc:AlternateContent xmlns:mc="http://schemas.openxmlformats.org/markup-compatibility/2006" xmlns:p14="http://schemas.microsoft.com/office/powerpoint/2010/main">
    <mc:Choice Requires="p14">
      <p:transition spd="slow" p14:dur="2000" advTm="31237"/>
    </mc:Choice>
    <mc:Fallback xmlns="">
      <p:transition spd="slow" advTm="31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5" name="Rectangle 2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2F8593-1C84-06B0-4F9D-E14EB59882CE}"/>
              </a:ext>
            </a:extLst>
          </p:cNvPr>
          <p:cNvSpPr>
            <a:spLocks noGrp="1"/>
          </p:cNvSpPr>
          <p:nvPr>
            <p:ph type="title"/>
          </p:nvPr>
        </p:nvSpPr>
        <p:spPr>
          <a:xfrm>
            <a:off x="1057025" y="922644"/>
            <a:ext cx="5040285" cy="1169585"/>
          </a:xfrm>
        </p:spPr>
        <p:txBody>
          <a:bodyPr anchor="b">
            <a:normAutofit/>
          </a:bodyPr>
          <a:lstStyle/>
          <a:p>
            <a:r>
              <a:rPr lang="en-US" sz="4000"/>
              <a:t>EDA</a:t>
            </a:r>
          </a:p>
        </p:txBody>
      </p:sp>
      <p:sp>
        <p:nvSpPr>
          <p:cNvPr id="30" name="Rectangle 2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9B70D2D-4B5B-5C85-9EB8-7F06EE40A3C0}"/>
              </a:ext>
            </a:extLst>
          </p:cNvPr>
          <p:cNvSpPr>
            <a:spLocks noGrp="1"/>
          </p:cNvSpPr>
          <p:nvPr>
            <p:ph idx="1"/>
          </p:nvPr>
        </p:nvSpPr>
        <p:spPr>
          <a:xfrm>
            <a:off x="1055715" y="2508105"/>
            <a:ext cx="5040285" cy="3632493"/>
          </a:xfrm>
        </p:spPr>
        <p:txBody>
          <a:bodyPr vert="horz" lIns="91440" tIns="45720" rIns="91440" bIns="45720" rtlCol="0" anchor="ctr">
            <a:normAutofit/>
          </a:bodyPr>
          <a:lstStyle/>
          <a:p>
            <a:r>
              <a:rPr lang="en-US" sz="1400" dirty="0"/>
              <a:t>CIFAR-10: 60,000 images (32×32 RGB).</a:t>
            </a:r>
          </a:p>
          <a:p>
            <a:pPr marL="0" indent="0">
              <a:buNone/>
            </a:pPr>
            <a:endParaRPr lang="en-US" sz="1400" dirty="0"/>
          </a:p>
          <a:p>
            <a:r>
              <a:rPr lang="en-US" sz="1400" dirty="0"/>
              <a:t>10 balanced classes (</a:t>
            </a:r>
            <a:r>
              <a:rPr lang="en-US" sz="1400" dirty="0" err="1"/>
              <a:t>Krizhevsky</a:t>
            </a:r>
            <a:r>
              <a:rPr lang="en-US" sz="1400" dirty="0"/>
              <a:t>, 2009): airplane, automobile, bird, cat, deer, etc.</a:t>
            </a:r>
          </a:p>
          <a:p>
            <a:pPr marL="0" indent="0">
              <a:buNone/>
            </a:pPr>
            <a:endParaRPr lang="en-US" sz="1400" dirty="0"/>
          </a:p>
          <a:p>
            <a:r>
              <a:rPr lang="en-US" sz="1400" dirty="0"/>
              <a:t>Images are low-resolution and contain diverse features.</a:t>
            </a:r>
          </a:p>
          <a:p>
            <a:r>
              <a:rPr lang="en-US" sz="1400" dirty="0"/>
              <a:t>These bar plots illustrate the number of samples for each class in the training, validation, and test sets. All classes are equally distributed (6,000 total images per class), ensuring the model is not biased toward any category. This class balance helps improve the fairness and accuracy of evaluation metrics.</a:t>
            </a:r>
          </a:p>
          <a:p>
            <a:endParaRPr lang="en-US" sz="1400" dirty="0"/>
          </a:p>
          <a:p>
            <a:pPr marL="0" indent="0">
              <a:buNone/>
            </a:pPr>
            <a:endParaRPr lang="en-US" sz="1400" dirty="0"/>
          </a:p>
        </p:txBody>
      </p:sp>
      <p:pic>
        <p:nvPicPr>
          <p:cNvPr id="5" name="Picture 4">
            <a:extLst>
              <a:ext uri="{FF2B5EF4-FFF2-40B4-BE49-F238E27FC236}">
                <a16:creationId xmlns:a16="http://schemas.microsoft.com/office/drawing/2014/main" id="{5908DC77-4782-0AC1-6330-1446D9CF0D98}"/>
              </a:ext>
            </a:extLst>
          </p:cNvPr>
          <p:cNvPicPr>
            <a:picLocks noChangeAspect="1"/>
          </p:cNvPicPr>
          <p:nvPr/>
        </p:nvPicPr>
        <p:blipFill>
          <a:blip r:embed="rId5"/>
          <a:srcRect t="281" r="1" b="10099"/>
          <a:stretch>
            <a:fillRect/>
          </a:stretch>
        </p:blipFill>
        <p:spPr>
          <a:xfrm>
            <a:off x="6946667" y="1219154"/>
            <a:ext cx="4389120" cy="1691434"/>
          </a:xfrm>
          <a:prstGeom prst="rect">
            <a:avLst/>
          </a:prstGeom>
        </p:spPr>
      </p:pic>
      <p:pic>
        <p:nvPicPr>
          <p:cNvPr id="6" name="Picture 5">
            <a:extLst>
              <a:ext uri="{FF2B5EF4-FFF2-40B4-BE49-F238E27FC236}">
                <a16:creationId xmlns:a16="http://schemas.microsoft.com/office/drawing/2014/main" id="{DB30A706-8E30-F9F8-6F01-8D5B6FAA23B9}"/>
              </a:ext>
            </a:extLst>
          </p:cNvPr>
          <p:cNvPicPr>
            <a:picLocks noChangeAspect="1"/>
          </p:cNvPicPr>
          <p:nvPr/>
        </p:nvPicPr>
        <p:blipFill>
          <a:blip r:embed="rId6"/>
          <a:srcRect l="13715" r="-2" b="-2"/>
          <a:stretch>
            <a:fillRect/>
          </a:stretch>
        </p:blipFill>
        <p:spPr>
          <a:xfrm>
            <a:off x="6946667" y="3784726"/>
            <a:ext cx="4389120" cy="2161869"/>
          </a:xfrm>
          <a:prstGeom prst="rect">
            <a:avLst/>
          </a:prstGeom>
        </p:spPr>
      </p:pic>
      <p:pic>
        <p:nvPicPr>
          <p:cNvPr id="7" name="Audio 6">
            <a:extLst>
              <a:ext uri="{FF2B5EF4-FFF2-40B4-BE49-F238E27FC236}">
                <a16:creationId xmlns:a16="http://schemas.microsoft.com/office/drawing/2014/main" id="{AAA352D8-0085-325C-3BA0-5ECFB0BC46B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4241685251"/>
      </p:ext>
    </p:extLst>
  </p:cSld>
  <p:clrMapOvr>
    <a:masterClrMapping/>
  </p:clrMapOvr>
  <mc:AlternateContent xmlns:mc="http://schemas.openxmlformats.org/markup-compatibility/2006" xmlns:p14="http://schemas.microsoft.com/office/powerpoint/2010/main">
    <mc:Choice Requires="p14">
      <p:transition spd="slow" p14:dur="2000" advTm="35327"/>
    </mc:Choice>
    <mc:Fallback xmlns="">
      <p:transition spd="slow" advTm="353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2F8593-1C84-06B0-4F9D-E14EB59882CE}"/>
              </a:ext>
            </a:extLst>
          </p:cNvPr>
          <p:cNvSpPr>
            <a:spLocks noGrp="1"/>
          </p:cNvSpPr>
          <p:nvPr>
            <p:ph type="title"/>
          </p:nvPr>
        </p:nvSpPr>
        <p:spPr>
          <a:xfrm>
            <a:off x="7239014" y="525982"/>
            <a:ext cx="4282983" cy="1200361"/>
          </a:xfrm>
        </p:spPr>
        <p:txBody>
          <a:bodyPr anchor="b">
            <a:normAutofit/>
          </a:bodyPr>
          <a:lstStyle/>
          <a:p>
            <a:r>
              <a:rPr lang="en-US" sz="3600"/>
              <a:t>Preprocessing</a:t>
            </a:r>
          </a:p>
        </p:txBody>
      </p:sp>
      <p:sp>
        <p:nvSpPr>
          <p:cNvPr id="33" name="Rectangle 32">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10;&#10;AI-generated content may be incorrect.">
            <a:extLst>
              <a:ext uri="{FF2B5EF4-FFF2-40B4-BE49-F238E27FC236}">
                <a16:creationId xmlns:a16="http://schemas.microsoft.com/office/drawing/2014/main" id="{AAD046DC-B8FE-D538-76A0-39434BE7EBE1}"/>
              </a:ext>
            </a:extLst>
          </p:cNvPr>
          <p:cNvPicPr>
            <a:picLocks noChangeAspect="1"/>
          </p:cNvPicPr>
          <p:nvPr/>
        </p:nvPicPr>
        <p:blipFill>
          <a:blip r:embed="rId5"/>
          <a:stretch>
            <a:fillRect/>
          </a:stretch>
        </p:blipFill>
        <p:spPr>
          <a:xfrm>
            <a:off x="576244" y="1159848"/>
            <a:ext cx="5628018" cy="4305433"/>
          </a:xfrm>
          <a:prstGeom prst="rect">
            <a:avLst/>
          </a:prstGeom>
        </p:spPr>
      </p:pic>
      <p:sp>
        <p:nvSpPr>
          <p:cNvPr id="35" name="Rectangle 3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9B70D2D-4B5B-5C85-9EB8-7F06EE40A3C0}"/>
              </a:ext>
            </a:extLst>
          </p:cNvPr>
          <p:cNvSpPr>
            <a:spLocks noGrp="1"/>
          </p:cNvSpPr>
          <p:nvPr>
            <p:ph idx="1"/>
          </p:nvPr>
        </p:nvSpPr>
        <p:spPr>
          <a:xfrm>
            <a:off x="7239012" y="2031101"/>
            <a:ext cx="4282984" cy="3511943"/>
          </a:xfrm>
        </p:spPr>
        <p:txBody>
          <a:bodyPr vert="horz" lIns="91440" tIns="45720" rIns="91440" bIns="45720" rtlCol="0" anchor="ctr">
            <a:normAutofit/>
          </a:bodyPr>
          <a:lstStyle/>
          <a:p>
            <a:pPr lvl="0"/>
            <a:r>
              <a:rPr lang="en-US" sz="1800" dirty="0"/>
              <a:t>Normalized pixel values: [0–255] → [0–1] (Brownlee, 2022).</a:t>
            </a:r>
          </a:p>
          <a:p>
            <a:pPr lvl="0"/>
            <a:r>
              <a:rPr lang="en-US" sz="1800" dirty="0"/>
              <a:t>Labels encoded using </a:t>
            </a:r>
            <a:r>
              <a:rPr lang="en-US" sz="1800" dirty="0" err="1"/>
              <a:t>sparse_categorical</a:t>
            </a:r>
            <a:endParaRPr lang="en-US" sz="1800" dirty="0"/>
          </a:p>
          <a:p>
            <a:pPr lvl="0"/>
            <a:r>
              <a:rPr lang="en-US" sz="1800" dirty="0"/>
              <a:t>Resized images to 96×96 for MobileNetV2 (Howard et al., 2017).</a:t>
            </a:r>
          </a:p>
          <a:p>
            <a:pPr lvl="0"/>
            <a:r>
              <a:rPr lang="en-US" sz="1800" dirty="0"/>
              <a:t>Partitioned data: 40,000 train / 10,000 </a:t>
            </a:r>
            <a:r>
              <a:rPr lang="en-US" sz="1800" dirty="0" err="1"/>
              <a:t>val</a:t>
            </a:r>
            <a:r>
              <a:rPr lang="en-US" sz="1800" dirty="0"/>
              <a:t> / 10,000 test</a:t>
            </a:r>
          </a:p>
        </p:txBody>
      </p:sp>
      <p:sp>
        <p:nvSpPr>
          <p:cNvPr id="36" name="Rectangle 3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Audio 5">
            <a:extLst>
              <a:ext uri="{FF2B5EF4-FFF2-40B4-BE49-F238E27FC236}">
                <a16:creationId xmlns:a16="http://schemas.microsoft.com/office/drawing/2014/main" id="{A8555E4F-4350-7835-B56C-B04F18CE103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525098841"/>
      </p:ext>
    </p:extLst>
  </p:cSld>
  <p:clrMapOvr>
    <a:masterClrMapping/>
  </p:clrMapOvr>
  <mc:AlternateContent xmlns:mc="http://schemas.openxmlformats.org/markup-compatibility/2006" xmlns:p14="http://schemas.microsoft.com/office/powerpoint/2010/main">
    <mc:Choice Requires="p14">
      <p:transition spd="slow" p14:dur="2000" advTm="31202"/>
    </mc:Choice>
    <mc:Fallback xmlns="">
      <p:transition spd="slow" advTm="312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0" name="Rectangle 109">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2" name="Group 111">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3" name="Rectangle 112">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B56DB6-0B61-D6A6-395B-A1399440C849}"/>
              </a:ext>
            </a:extLst>
          </p:cNvPr>
          <p:cNvSpPr>
            <a:spLocks noGrp="1"/>
          </p:cNvSpPr>
          <p:nvPr>
            <p:ph type="title"/>
          </p:nvPr>
        </p:nvSpPr>
        <p:spPr>
          <a:xfrm>
            <a:off x="1057025" y="922644"/>
            <a:ext cx="5040285" cy="1169585"/>
          </a:xfrm>
        </p:spPr>
        <p:txBody>
          <a:bodyPr anchor="b">
            <a:normAutofit/>
          </a:bodyPr>
          <a:lstStyle/>
          <a:p>
            <a:r>
              <a:rPr lang="en-US" sz="4000" dirty="0"/>
              <a:t>Data partitions</a:t>
            </a:r>
          </a:p>
        </p:txBody>
      </p:sp>
      <p:sp>
        <p:nvSpPr>
          <p:cNvPr id="118" name="Rectangle 117">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C8B893-114F-5CF0-854A-E9F3BD0F2252}"/>
              </a:ext>
            </a:extLst>
          </p:cNvPr>
          <p:cNvSpPr>
            <a:spLocks noGrp="1"/>
          </p:cNvSpPr>
          <p:nvPr>
            <p:ph idx="1"/>
          </p:nvPr>
        </p:nvSpPr>
        <p:spPr>
          <a:xfrm>
            <a:off x="1055715" y="2508105"/>
            <a:ext cx="5040285" cy="3632493"/>
          </a:xfrm>
        </p:spPr>
        <p:txBody>
          <a:bodyPr vert="horz" lIns="91440" tIns="45720" rIns="91440" bIns="45720" rtlCol="0" anchor="ctr">
            <a:normAutofit/>
          </a:bodyPr>
          <a:lstStyle/>
          <a:p>
            <a:pPr lvl="0"/>
            <a:r>
              <a:rPr lang="en-US" sz="2000" dirty="0"/>
              <a:t>Training set: 40,000 images</a:t>
            </a:r>
          </a:p>
          <a:p>
            <a:pPr lvl="0"/>
            <a:r>
              <a:rPr lang="en-US" sz="2000" dirty="0"/>
              <a:t>Validation set: 10,000 images</a:t>
            </a:r>
          </a:p>
          <a:p>
            <a:pPr lvl="0"/>
            <a:r>
              <a:rPr lang="en-US" sz="2000" dirty="0"/>
              <a:t>Test set: 10,000 images</a:t>
            </a:r>
          </a:p>
          <a:p>
            <a:pPr lvl="0"/>
            <a:r>
              <a:rPr lang="en-US" sz="2000" dirty="0"/>
              <a:t>Split helps tune hyperparameters and avoid overfitting.</a:t>
            </a:r>
          </a:p>
        </p:txBody>
      </p:sp>
      <p:pic>
        <p:nvPicPr>
          <p:cNvPr id="92" name="Picture 91" descr="Training Set คืออะไร ทำไมเราต้องแยกชุดข้อมูล Train / Test Split เป็น ...">
            <a:extLst>
              <a:ext uri="{FF2B5EF4-FFF2-40B4-BE49-F238E27FC236}">
                <a16:creationId xmlns:a16="http://schemas.microsoft.com/office/drawing/2014/main" id="{4898B621-3C88-533D-71EC-90E39DE3F36E}"/>
              </a:ext>
            </a:extLst>
          </p:cNvPr>
          <p:cNvPicPr>
            <a:picLocks noChangeAspect="1"/>
          </p:cNvPicPr>
          <p:nvPr/>
        </p:nvPicPr>
        <p:blipFill>
          <a:blip r:embed="rId5"/>
          <a:stretch>
            <a:fillRect/>
          </a:stretch>
        </p:blipFill>
        <p:spPr>
          <a:xfrm>
            <a:off x="6946667" y="951132"/>
            <a:ext cx="4389120" cy="2227478"/>
          </a:xfrm>
          <a:prstGeom prst="rect">
            <a:avLst/>
          </a:prstGeom>
        </p:spPr>
      </p:pic>
      <p:pic>
        <p:nvPicPr>
          <p:cNvPr id="5" name="Picture 4" descr="A black text on a white background&#10;&#10;AI-generated content may be incorrect.">
            <a:extLst>
              <a:ext uri="{FF2B5EF4-FFF2-40B4-BE49-F238E27FC236}">
                <a16:creationId xmlns:a16="http://schemas.microsoft.com/office/drawing/2014/main" id="{97E8C49F-D511-9DDF-90F1-35333F87BF71}"/>
              </a:ext>
            </a:extLst>
          </p:cNvPr>
          <p:cNvPicPr>
            <a:picLocks noChangeAspect="1"/>
          </p:cNvPicPr>
          <p:nvPr/>
        </p:nvPicPr>
        <p:blipFill>
          <a:blip r:embed="rId6"/>
          <a:stretch>
            <a:fillRect/>
          </a:stretch>
        </p:blipFill>
        <p:spPr>
          <a:xfrm>
            <a:off x="6946667" y="4376061"/>
            <a:ext cx="4389120" cy="979199"/>
          </a:xfrm>
          <a:prstGeom prst="rect">
            <a:avLst/>
          </a:prstGeom>
        </p:spPr>
      </p:pic>
      <p:pic>
        <p:nvPicPr>
          <p:cNvPr id="6" name="Audio 5">
            <a:extLst>
              <a:ext uri="{FF2B5EF4-FFF2-40B4-BE49-F238E27FC236}">
                <a16:creationId xmlns:a16="http://schemas.microsoft.com/office/drawing/2014/main" id="{30F8CB9A-FD72-4916-6D17-F6B3DFB27BC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8322307"/>
      </p:ext>
    </p:extLst>
  </p:cSld>
  <p:clrMapOvr>
    <a:masterClrMapping/>
  </p:clrMapOvr>
  <mc:AlternateContent xmlns:mc="http://schemas.openxmlformats.org/markup-compatibility/2006" xmlns:p14="http://schemas.microsoft.com/office/powerpoint/2010/main">
    <mc:Choice Requires="p14">
      <p:transition spd="slow" p14:dur="2000" advTm="32436"/>
    </mc:Choice>
    <mc:Fallback xmlns="">
      <p:transition spd="slow" advTm="324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4DE03-69AC-F805-2381-8B9FD6F57E9B}"/>
              </a:ext>
            </a:extLst>
          </p:cNvPr>
          <p:cNvSpPr>
            <a:spLocks noGrp="1"/>
          </p:cNvSpPr>
          <p:nvPr>
            <p:ph type="title"/>
          </p:nvPr>
        </p:nvSpPr>
        <p:spPr>
          <a:xfrm>
            <a:off x="793662" y="386930"/>
            <a:ext cx="10066122" cy="1298448"/>
          </a:xfrm>
        </p:spPr>
        <p:txBody>
          <a:bodyPr anchor="b">
            <a:normAutofit/>
          </a:bodyPr>
          <a:lstStyle/>
          <a:p>
            <a:r>
              <a:rPr lang="en-US" sz="4800"/>
              <a:t>Architecture</a:t>
            </a:r>
          </a:p>
        </p:txBody>
      </p:sp>
      <p:sp>
        <p:nvSpPr>
          <p:cNvPr id="26" name="Rectangle 2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0C36F233-D3E7-062F-4932-085C011F7E1C}"/>
              </a:ext>
            </a:extLst>
          </p:cNvPr>
          <p:cNvSpPr>
            <a:spLocks noGrp="1"/>
          </p:cNvSpPr>
          <p:nvPr>
            <p:ph idx="1"/>
          </p:nvPr>
        </p:nvSpPr>
        <p:spPr>
          <a:xfrm>
            <a:off x="793661" y="2599509"/>
            <a:ext cx="4530898" cy="3639450"/>
          </a:xfrm>
        </p:spPr>
        <p:txBody>
          <a:bodyPr anchor="ctr">
            <a:normAutofit/>
          </a:bodyPr>
          <a:lstStyle/>
          <a:p>
            <a:pPr lvl="0"/>
            <a:r>
              <a:rPr lang="en-US" sz="2000" dirty="0"/>
              <a:t>2 Conv2D Layers + </a:t>
            </a:r>
            <a:r>
              <a:rPr lang="en-US" sz="2000" dirty="0" err="1"/>
              <a:t>MaxPooling</a:t>
            </a:r>
            <a:endParaRPr lang="en-US" sz="2000" dirty="0"/>
          </a:p>
          <a:p>
            <a:pPr lvl="0"/>
            <a:r>
              <a:rPr lang="en-US" sz="2000" dirty="0"/>
              <a:t>Flatten + Dense(128) + Dropout(0.5) (Brownlee, 2022).</a:t>
            </a:r>
          </a:p>
          <a:p>
            <a:pPr lvl="0"/>
            <a:r>
              <a:rPr lang="en-US" sz="2000" dirty="0"/>
              <a:t>Output: Dense(10), </a:t>
            </a:r>
            <a:r>
              <a:rPr lang="en-US" sz="2000" dirty="0" err="1"/>
              <a:t>softmax</a:t>
            </a:r>
            <a:r>
              <a:rPr lang="en-US" sz="2000" dirty="0"/>
              <a:t> activation (Chollet, 2017).</a:t>
            </a:r>
          </a:p>
          <a:p>
            <a:pPr lvl="0"/>
            <a:r>
              <a:rPr lang="en-US" sz="2000" dirty="0"/>
              <a:t>Built using </a:t>
            </a:r>
            <a:r>
              <a:rPr lang="en-US" sz="2000" dirty="0" err="1"/>
              <a:t>keras.Sequential</a:t>
            </a:r>
            <a:endParaRPr lang="en-US" sz="2000" dirty="0"/>
          </a:p>
        </p:txBody>
      </p:sp>
      <p:pic>
        <p:nvPicPr>
          <p:cNvPr id="4" name="Content Placeholder 3" descr="Different Types of CNN Architectures Explained: Examples">
            <a:extLst>
              <a:ext uri="{FF2B5EF4-FFF2-40B4-BE49-F238E27FC236}">
                <a16:creationId xmlns:a16="http://schemas.microsoft.com/office/drawing/2014/main" id="{B72BD3D6-251E-A038-6532-8272E90A6C27}"/>
              </a:ext>
            </a:extLst>
          </p:cNvPr>
          <p:cNvPicPr>
            <a:picLocks noChangeAspect="1"/>
          </p:cNvPicPr>
          <p:nvPr/>
        </p:nvPicPr>
        <p:blipFill>
          <a:blip r:embed="rId5"/>
          <a:stretch>
            <a:fillRect/>
          </a:stretch>
        </p:blipFill>
        <p:spPr>
          <a:xfrm>
            <a:off x="5911532" y="3504458"/>
            <a:ext cx="5150277" cy="1673838"/>
          </a:xfrm>
          <a:prstGeom prst="rect">
            <a:avLst/>
          </a:prstGeom>
        </p:spPr>
      </p:pic>
      <p:sp>
        <p:nvSpPr>
          <p:cNvPr id="30" name="Rectangle 2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Audio 4">
            <a:extLst>
              <a:ext uri="{FF2B5EF4-FFF2-40B4-BE49-F238E27FC236}">
                <a16:creationId xmlns:a16="http://schemas.microsoft.com/office/drawing/2014/main" id="{497AEB3F-942B-F891-CFC3-84BF02D83D3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57130958"/>
      </p:ext>
    </p:extLst>
  </p:cSld>
  <p:clrMapOvr>
    <a:masterClrMapping/>
  </p:clrMapOvr>
  <mc:AlternateContent xmlns:mc="http://schemas.openxmlformats.org/markup-compatibility/2006" xmlns:p14="http://schemas.microsoft.com/office/powerpoint/2010/main">
    <mc:Choice Requires="p14">
      <p:transition spd="slow" p14:dur="2000" advTm="22188"/>
    </mc:Choice>
    <mc:Fallback xmlns="">
      <p:transition spd="slow" advTm="221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F76E4C9-6D98-6473-1D1D-6B58C5F3AC88}"/>
              </a:ext>
            </a:extLst>
          </p:cNvPr>
          <p:cNvSpPr>
            <a:spLocks noGrp="1"/>
          </p:cNvSpPr>
          <p:nvPr>
            <p:ph type="title"/>
          </p:nvPr>
        </p:nvSpPr>
        <p:spPr>
          <a:xfrm>
            <a:off x="621792" y="1161288"/>
            <a:ext cx="3602736" cy="4526280"/>
          </a:xfrm>
        </p:spPr>
        <p:txBody>
          <a:bodyPr>
            <a:normAutofit/>
          </a:bodyPr>
          <a:lstStyle/>
          <a:p>
            <a:r>
              <a:rPr lang="en-US" sz="4000"/>
              <a:t>Architecture (Transfer Learning)</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DC50272-8BB7-F75A-E460-92F70E2A5541}"/>
              </a:ext>
            </a:extLst>
          </p:cNvPr>
          <p:cNvSpPr>
            <a:spLocks noGrp="1"/>
          </p:cNvSpPr>
          <p:nvPr>
            <p:ph idx="1"/>
          </p:nvPr>
        </p:nvSpPr>
        <p:spPr>
          <a:xfrm>
            <a:off x="5434149" y="932688"/>
            <a:ext cx="5916603" cy="4992624"/>
          </a:xfrm>
        </p:spPr>
        <p:txBody>
          <a:bodyPr anchor="ctr">
            <a:normAutofit/>
          </a:bodyPr>
          <a:lstStyle/>
          <a:p>
            <a:pPr lvl="0"/>
            <a:r>
              <a:rPr lang="en-US" sz="2000" dirty="0"/>
              <a:t>Base: MobileNetV2 (pretrained on ImageNet)</a:t>
            </a:r>
          </a:p>
          <a:p>
            <a:pPr lvl="0"/>
            <a:r>
              <a:rPr lang="en-US" sz="2000" dirty="0"/>
              <a:t>Top layers added: GAP → Dense(128) → Dropout → Dense(10)</a:t>
            </a:r>
          </a:p>
          <a:p>
            <a:pPr lvl="0"/>
            <a:r>
              <a:rPr lang="en-US" sz="2000" dirty="0"/>
              <a:t>Frozen base model initially (Howard et al., 2017; Deng et al., 2009).</a:t>
            </a:r>
          </a:p>
          <a:p>
            <a:pPr lvl="0"/>
            <a:r>
              <a:rPr lang="en-US" sz="2000" dirty="0"/>
              <a:t>Fine-tuned last 50 layers</a:t>
            </a:r>
          </a:p>
          <a:p>
            <a:pPr marL="0" indent="0">
              <a:buNone/>
            </a:pPr>
            <a:endParaRPr lang="en-US" sz="2000" dirty="0"/>
          </a:p>
        </p:txBody>
      </p:sp>
      <p:pic>
        <p:nvPicPr>
          <p:cNvPr id="5" name="Audio 4">
            <a:extLst>
              <a:ext uri="{FF2B5EF4-FFF2-40B4-BE49-F238E27FC236}">
                <a16:creationId xmlns:a16="http://schemas.microsoft.com/office/drawing/2014/main" id="{0312D16C-C691-D0A5-42B3-2FF82406F99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793940653"/>
      </p:ext>
    </p:extLst>
  </p:cSld>
  <p:clrMapOvr>
    <a:masterClrMapping/>
  </p:clrMapOvr>
  <mc:AlternateContent xmlns:mc="http://schemas.openxmlformats.org/markup-compatibility/2006" xmlns:p14="http://schemas.microsoft.com/office/powerpoint/2010/main">
    <mc:Choice Requires="p14">
      <p:transition spd="slow" p14:dur="2000" advTm="44739"/>
    </mc:Choice>
    <mc:Fallback xmlns="">
      <p:transition spd="slow" advTm="447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4DE03-69AC-F805-2381-8B9FD6F57E9B}"/>
              </a:ext>
            </a:extLst>
          </p:cNvPr>
          <p:cNvSpPr>
            <a:spLocks noGrp="1"/>
          </p:cNvSpPr>
          <p:nvPr>
            <p:ph type="title"/>
          </p:nvPr>
        </p:nvSpPr>
        <p:spPr>
          <a:xfrm>
            <a:off x="630936" y="502920"/>
            <a:ext cx="3419856" cy="1463040"/>
          </a:xfrm>
        </p:spPr>
        <p:txBody>
          <a:bodyPr anchor="ctr">
            <a:normAutofit/>
          </a:bodyPr>
          <a:lstStyle/>
          <a:p>
            <a:r>
              <a:rPr lang="en-US" sz="4800"/>
              <a:t>Training</a:t>
            </a:r>
          </a:p>
        </p:txBody>
      </p:sp>
      <p:sp>
        <p:nvSpPr>
          <p:cNvPr id="4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ECBDAAA-E149-5C9D-E742-955D0BAD3030}"/>
              </a:ext>
            </a:extLst>
          </p:cNvPr>
          <p:cNvSpPr>
            <a:spLocks noGrp="1"/>
          </p:cNvSpPr>
          <p:nvPr>
            <p:ph idx="1"/>
          </p:nvPr>
        </p:nvSpPr>
        <p:spPr>
          <a:xfrm>
            <a:off x="4654295" y="502920"/>
            <a:ext cx="6894576" cy="1463040"/>
          </a:xfrm>
        </p:spPr>
        <p:txBody>
          <a:bodyPr vert="horz" lIns="91440" tIns="45720" rIns="91440" bIns="45720" rtlCol="0" anchor="ctr">
            <a:normAutofit/>
          </a:bodyPr>
          <a:lstStyle/>
          <a:p>
            <a:pPr lvl="0"/>
            <a:r>
              <a:rPr lang="en-US" sz="1200" dirty="0"/>
              <a:t>Optimizer: Adam</a:t>
            </a:r>
          </a:p>
          <a:p>
            <a:pPr lvl="0"/>
            <a:r>
              <a:rPr lang="en-US" sz="1200" dirty="0"/>
              <a:t>Loss: </a:t>
            </a:r>
            <a:r>
              <a:rPr lang="en-US" sz="1200" dirty="0" err="1"/>
              <a:t>sparse_categorical_crossentropy</a:t>
            </a:r>
            <a:endParaRPr lang="en-US" sz="1200" dirty="0"/>
          </a:p>
          <a:p>
            <a:pPr lvl="0"/>
            <a:r>
              <a:rPr lang="en-US" sz="1200" dirty="0"/>
              <a:t>Epochs: 20 (CNN), 10 + 10 (Transfer model)</a:t>
            </a:r>
          </a:p>
          <a:p>
            <a:pPr lvl="0"/>
            <a:r>
              <a:rPr lang="en-US" sz="1200" dirty="0"/>
              <a:t>Batch size: 64 (TensorFlow/</a:t>
            </a:r>
            <a:r>
              <a:rPr lang="en-US" sz="1200" dirty="0" err="1"/>
              <a:t>Keras</a:t>
            </a:r>
            <a:r>
              <a:rPr lang="en-US" sz="1200" dirty="0"/>
              <a:t> Docs, 2023).</a:t>
            </a:r>
          </a:p>
          <a:p>
            <a:pPr lvl="0"/>
            <a:r>
              <a:rPr lang="en-US" sz="1200" dirty="0"/>
              <a:t>Early stopping based on validation loss</a:t>
            </a:r>
          </a:p>
        </p:txBody>
      </p:sp>
      <p:pic>
        <p:nvPicPr>
          <p:cNvPr id="4" name="Picture 3">
            <a:extLst>
              <a:ext uri="{FF2B5EF4-FFF2-40B4-BE49-F238E27FC236}">
                <a16:creationId xmlns:a16="http://schemas.microsoft.com/office/drawing/2014/main" id="{7C78C975-7AA7-B2FE-E8A3-01F55D264B68}"/>
              </a:ext>
            </a:extLst>
          </p:cNvPr>
          <p:cNvPicPr>
            <a:picLocks noChangeAspect="1"/>
          </p:cNvPicPr>
          <p:nvPr/>
        </p:nvPicPr>
        <p:blipFill>
          <a:blip r:embed="rId5"/>
          <a:stretch>
            <a:fillRect/>
          </a:stretch>
        </p:blipFill>
        <p:spPr>
          <a:xfrm>
            <a:off x="1046144" y="2290936"/>
            <a:ext cx="10087519" cy="3959352"/>
          </a:xfrm>
          <a:prstGeom prst="rect">
            <a:avLst/>
          </a:prstGeom>
        </p:spPr>
      </p:pic>
      <p:pic>
        <p:nvPicPr>
          <p:cNvPr id="6" name="Audio 5">
            <a:extLst>
              <a:ext uri="{FF2B5EF4-FFF2-40B4-BE49-F238E27FC236}">
                <a16:creationId xmlns:a16="http://schemas.microsoft.com/office/drawing/2014/main" id="{13CD15E0-EF8C-C744-3144-FE643DB54BB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917897988"/>
      </p:ext>
    </p:extLst>
  </p:cSld>
  <p:clrMapOvr>
    <a:masterClrMapping/>
  </p:clrMapOvr>
  <mc:AlternateContent xmlns:mc="http://schemas.openxmlformats.org/markup-compatibility/2006" xmlns:p14="http://schemas.microsoft.com/office/powerpoint/2010/main">
    <mc:Choice Requires="p14">
      <p:transition spd="slow" p14:dur="2000" advTm="35383"/>
    </mc:Choice>
    <mc:Fallback xmlns="">
      <p:transition spd="slow" advTm="353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774DE03-69AC-F805-2381-8B9FD6F57E9B}"/>
              </a:ext>
            </a:extLst>
          </p:cNvPr>
          <p:cNvSpPr>
            <a:spLocks noGrp="1"/>
          </p:cNvSpPr>
          <p:nvPr>
            <p:ph type="title"/>
          </p:nvPr>
        </p:nvSpPr>
        <p:spPr>
          <a:xfrm>
            <a:off x="1115568" y="548640"/>
            <a:ext cx="10168128" cy="1179576"/>
          </a:xfrm>
        </p:spPr>
        <p:txBody>
          <a:bodyPr>
            <a:normAutofit/>
          </a:bodyPr>
          <a:lstStyle/>
          <a:p>
            <a:r>
              <a:rPr lang="en-US" sz="4000"/>
              <a:t>Evaluation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ECBDAAA-E149-5C9D-E742-955D0BAD3030}"/>
              </a:ext>
            </a:extLst>
          </p:cNvPr>
          <p:cNvSpPr>
            <a:spLocks noGrp="1"/>
          </p:cNvSpPr>
          <p:nvPr>
            <p:ph idx="1"/>
          </p:nvPr>
        </p:nvSpPr>
        <p:spPr>
          <a:xfrm>
            <a:off x="496443" y="2481943"/>
            <a:ext cx="4100703" cy="3695020"/>
          </a:xfrm>
        </p:spPr>
        <p:txBody>
          <a:bodyPr vert="horz" lIns="91440" tIns="45720" rIns="91440" bIns="45720" rtlCol="0" anchor="ctr">
            <a:normAutofit/>
          </a:bodyPr>
          <a:lstStyle/>
          <a:p>
            <a:pPr lvl="0"/>
            <a:r>
              <a:rPr lang="en-US" sz="2400" b="1" dirty="0"/>
              <a:t>CNN Test Accuracy:</a:t>
            </a:r>
            <a:r>
              <a:rPr lang="en-US" sz="2400" dirty="0"/>
              <a:t> ~72%</a:t>
            </a:r>
          </a:p>
          <a:p>
            <a:pPr lvl="0"/>
            <a:r>
              <a:rPr lang="en-US" sz="2400" b="1" dirty="0"/>
              <a:t>MobileNetV2 Accuracy:</a:t>
            </a:r>
            <a:r>
              <a:rPr lang="en-US" sz="2400" dirty="0"/>
              <a:t> ~85%</a:t>
            </a:r>
          </a:p>
          <a:p>
            <a:pPr lvl="0"/>
            <a:r>
              <a:rPr lang="en-US" sz="2400" dirty="0"/>
              <a:t>Confusion Matrix: Shows improved class separation</a:t>
            </a:r>
          </a:p>
          <a:p>
            <a:pPr lvl="0"/>
            <a:r>
              <a:rPr lang="en-US" sz="2400" dirty="0"/>
              <a:t>Classification Report: High precision/recall for most classes</a:t>
            </a:r>
          </a:p>
        </p:txBody>
      </p:sp>
      <p:pic>
        <p:nvPicPr>
          <p:cNvPr id="5" name="Audio 4">
            <a:extLst>
              <a:ext uri="{FF2B5EF4-FFF2-40B4-BE49-F238E27FC236}">
                <a16:creationId xmlns:a16="http://schemas.microsoft.com/office/drawing/2014/main" id="{24B281DC-BD21-7A44-B590-74439B808E1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091202138"/>
      </p:ext>
    </p:extLst>
  </p:cSld>
  <p:clrMapOvr>
    <a:masterClrMapping/>
  </p:clrMapOvr>
  <mc:AlternateContent xmlns:mc="http://schemas.openxmlformats.org/markup-compatibility/2006" xmlns:p14="http://schemas.microsoft.com/office/powerpoint/2010/main">
    <mc:Choice Requires="p14">
      <p:transition spd="slow" p14:dur="2000" advTm="32031"/>
    </mc:Choice>
    <mc:Fallback xmlns="">
      <p:transition spd="slow" advTm="320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A37AD92-1BB8-9467-23F8-323B0E0CA4C3}"/>
              </a:ext>
            </a:extLst>
          </p:cNvPr>
          <p:cNvPicPr>
            <a:picLocks noGrp="1" noChangeAspect="1"/>
          </p:cNvPicPr>
          <p:nvPr>
            <p:ph idx="1"/>
          </p:nvPr>
        </p:nvPicPr>
        <p:blipFill>
          <a:blip r:embed="rId5"/>
          <a:stretch>
            <a:fillRect/>
          </a:stretch>
        </p:blipFill>
        <p:spPr>
          <a:xfrm>
            <a:off x="491067" y="653257"/>
            <a:ext cx="5291666" cy="3214686"/>
          </a:xfrm>
          <a:prstGeom prst="rect">
            <a:avLst/>
          </a:prstGeom>
        </p:spPr>
      </p:pic>
      <p:pic>
        <p:nvPicPr>
          <p:cNvPr id="7" name="Picture 6">
            <a:extLst>
              <a:ext uri="{FF2B5EF4-FFF2-40B4-BE49-F238E27FC236}">
                <a16:creationId xmlns:a16="http://schemas.microsoft.com/office/drawing/2014/main" id="{4C73CD0E-9FEF-FC92-E2C6-F5D787A358F5}"/>
              </a:ext>
            </a:extLst>
          </p:cNvPr>
          <p:cNvPicPr>
            <a:picLocks noChangeAspect="1"/>
          </p:cNvPicPr>
          <p:nvPr/>
        </p:nvPicPr>
        <p:blipFill>
          <a:blip r:embed="rId6"/>
          <a:stretch>
            <a:fillRect/>
          </a:stretch>
        </p:blipFill>
        <p:spPr>
          <a:xfrm>
            <a:off x="6246705" y="653257"/>
            <a:ext cx="5291667" cy="2950103"/>
          </a:xfrm>
          <a:prstGeom prst="rect">
            <a:avLst/>
          </a:prstGeom>
        </p:spPr>
      </p:pic>
      <p:sp>
        <p:nvSpPr>
          <p:cNvPr id="6" name="TextBox 5">
            <a:extLst>
              <a:ext uri="{FF2B5EF4-FFF2-40B4-BE49-F238E27FC236}">
                <a16:creationId xmlns:a16="http://schemas.microsoft.com/office/drawing/2014/main" id="{2F22EB6E-3B34-1FC1-BB35-070392523618}"/>
              </a:ext>
            </a:extLst>
          </p:cNvPr>
          <p:cNvSpPr txBox="1"/>
          <p:nvPr/>
        </p:nvSpPr>
        <p:spPr>
          <a:xfrm>
            <a:off x="335280" y="4065677"/>
            <a:ext cx="5760720" cy="2031325"/>
          </a:xfrm>
          <a:prstGeom prst="rect">
            <a:avLst/>
          </a:prstGeom>
          <a:noFill/>
        </p:spPr>
        <p:txBody>
          <a:bodyPr wrap="square">
            <a:spAutoFit/>
          </a:bodyPr>
          <a:lstStyle/>
          <a:p>
            <a:r>
              <a:rPr lang="en-US" dirty="0"/>
              <a:t>This line plot shows the training and validation loss over 10 epochs for the custom CNN. Initially, both losses decrease steadily, indicating that the model is learning. Around epoch 6–7, the validation loss plateaus slightly, which may signal early signs of overfitting. However, the trend suggests the model is still generalizing reasonably well.</a:t>
            </a:r>
          </a:p>
        </p:txBody>
      </p:sp>
      <p:sp>
        <p:nvSpPr>
          <p:cNvPr id="9" name="Rectangle 8">
            <a:extLst>
              <a:ext uri="{FF2B5EF4-FFF2-40B4-BE49-F238E27FC236}">
                <a16:creationId xmlns:a16="http://schemas.microsoft.com/office/drawing/2014/main" id="{F1F6774E-9F5A-08EE-7FAE-89FFFE96F264}"/>
              </a:ext>
            </a:extLst>
          </p:cNvPr>
          <p:cNvSpPr/>
          <p:nvPr/>
        </p:nvSpPr>
        <p:spPr>
          <a:xfrm>
            <a:off x="6409269" y="3867943"/>
            <a:ext cx="4878491" cy="222905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en-US" dirty="0">
                <a:solidFill>
                  <a:schemeClr val="tx1"/>
                </a:solidFill>
                <a:latin typeface="Arial" panose="020B0604020202020204" pitchFamily="34" charset="0"/>
              </a:rPr>
              <a:t>The training accuracy steadily improves across all epochs, showing the CNN is fitting to the training data. Validation accuracy also increases but at a slower rate. The gap between training and validation accuracy remains small, meaning the model </a:t>
            </a:r>
            <a:r>
              <a:rPr lang="en-US" altLang="en-US" dirty="0" err="1">
                <a:solidFill>
                  <a:schemeClr val="tx1"/>
                </a:solidFill>
                <a:latin typeface="Arial" panose="020B0604020202020204" pitchFamily="34" charset="0"/>
              </a:rPr>
              <a:t>generalises</a:t>
            </a:r>
            <a:r>
              <a:rPr lang="en-US" altLang="en-US" dirty="0">
                <a:solidFill>
                  <a:schemeClr val="tx1"/>
                </a:solidFill>
                <a:latin typeface="Arial" panose="020B0604020202020204" pitchFamily="34" charset="0"/>
              </a:rPr>
              <a:t> well and isn't heavily overfitting.</a:t>
            </a:r>
          </a:p>
          <a:p>
            <a:pPr algn="ctr"/>
            <a:endParaRPr lang="en-US" dirty="0"/>
          </a:p>
        </p:txBody>
      </p:sp>
      <p:pic>
        <p:nvPicPr>
          <p:cNvPr id="3" name="Audio 2">
            <a:extLst>
              <a:ext uri="{FF2B5EF4-FFF2-40B4-BE49-F238E27FC236}">
                <a16:creationId xmlns:a16="http://schemas.microsoft.com/office/drawing/2014/main" id="{043F0B4D-D45C-A365-249B-1E22C646847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410885876"/>
      </p:ext>
    </p:extLst>
  </p:cSld>
  <p:clrMapOvr>
    <a:masterClrMapping/>
  </p:clrMapOvr>
  <mc:AlternateContent xmlns:mc="http://schemas.openxmlformats.org/markup-compatibility/2006" xmlns:p14="http://schemas.microsoft.com/office/powerpoint/2010/main">
    <mc:Choice Requires="p14">
      <p:transition spd="slow" p14:dur="2000" advTm="80953"/>
    </mc:Choice>
    <mc:Fallback xmlns="">
      <p:transition spd="slow" advTm="809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5BE322-937D-8F3A-3B12-1AD1C8EB315F}"/>
              </a:ext>
            </a:extLst>
          </p:cNvPr>
          <p:cNvPicPr>
            <a:picLocks noChangeAspect="1"/>
          </p:cNvPicPr>
          <p:nvPr/>
        </p:nvPicPr>
        <p:blipFill>
          <a:blip r:embed="rId5"/>
          <a:stretch>
            <a:fillRect/>
          </a:stretch>
        </p:blipFill>
        <p:spPr>
          <a:xfrm>
            <a:off x="287867" y="412751"/>
            <a:ext cx="5291666" cy="3016249"/>
          </a:xfrm>
          <a:prstGeom prst="rect">
            <a:avLst/>
          </a:prstGeom>
        </p:spPr>
      </p:pic>
      <p:pic>
        <p:nvPicPr>
          <p:cNvPr id="4" name="Picture 3">
            <a:extLst>
              <a:ext uri="{FF2B5EF4-FFF2-40B4-BE49-F238E27FC236}">
                <a16:creationId xmlns:a16="http://schemas.microsoft.com/office/drawing/2014/main" id="{7951FC10-537F-9A65-0556-241F22257B98}"/>
              </a:ext>
            </a:extLst>
          </p:cNvPr>
          <p:cNvPicPr>
            <a:picLocks noChangeAspect="1"/>
          </p:cNvPicPr>
          <p:nvPr/>
        </p:nvPicPr>
        <p:blipFill>
          <a:blip r:embed="rId6"/>
          <a:stretch>
            <a:fillRect/>
          </a:stretch>
        </p:blipFill>
        <p:spPr>
          <a:xfrm>
            <a:off x="6096000" y="412751"/>
            <a:ext cx="5291667" cy="2725208"/>
          </a:xfrm>
          <a:prstGeom prst="rect">
            <a:avLst/>
          </a:prstGeom>
        </p:spPr>
      </p:pic>
      <p:sp>
        <p:nvSpPr>
          <p:cNvPr id="3" name="Rectangle 2">
            <a:extLst>
              <a:ext uri="{FF2B5EF4-FFF2-40B4-BE49-F238E27FC236}">
                <a16:creationId xmlns:a16="http://schemas.microsoft.com/office/drawing/2014/main" id="{D1D7B2BB-F546-71C7-CD44-A629D4148E89}"/>
              </a:ext>
            </a:extLst>
          </p:cNvPr>
          <p:cNvSpPr/>
          <p:nvPr/>
        </p:nvSpPr>
        <p:spPr>
          <a:xfrm>
            <a:off x="6644640" y="3429000"/>
            <a:ext cx="5435600" cy="301624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en-US" dirty="0">
                <a:solidFill>
                  <a:schemeClr val="tx1"/>
                </a:solidFill>
                <a:latin typeface="Arial" panose="020B0604020202020204" pitchFamily="34" charset="0"/>
              </a:rPr>
              <a:t>This plot shows a sharper and faster decrease in both training and validation loss, especially in early epochs. Since MobileNetV2 uses pretrained weights, it converges more quickly. The consistently low validation loss across epochs indicates strong generalization and minimal overfitting.</a:t>
            </a:r>
          </a:p>
          <a:p>
            <a:pPr algn="ctr"/>
            <a:endParaRPr lang="en-US" dirty="0"/>
          </a:p>
        </p:txBody>
      </p:sp>
      <p:sp>
        <p:nvSpPr>
          <p:cNvPr id="7" name="Rectangle 6">
            <a:extLst>
              <a:ext uri="{FF2B5EF4-FFF2-40B4-BE49-F238E27FC236}">
                <a16:creationId xmlns:a16="http://schemas.microsoft.com/office/drawing/2014/main" id="{ABBFDD4E-2A6C-ACC9-08AA-89090BD365F1}"/>
              </a:ext>
            </a:extLst>
          </p:cNvPr>
          <p:cNvSpPr/>
          <p:nvPr/>
        </p:nvSpPr>
        <p:spPr>
          <a:xfrm>
            <a:off x="599440" y="3789680"/>
            <a:ext cx="5080000" cy="245872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The pretrained MobileNetV2 model achieves high accuracy quickly, with both training and validation accuracy surpassing 80% within a few epochs. The narrow gap between the curves shows good model calibration and confirms that fine-tuning improves performance.</a:t>
            </a:r>
          </a:p>
        </p:txBody>
      </p:sp>
      <p:pic>
        <p:nvPicPr>
          <p:cNvPr id="6" name="Audio 5">
            <a:extLst>
              <a:ext uri="{FF2B5EF4-FFF2-40B4-BE49-F238E27FC236}">
                <a16:creationId xmlns:a16="http://schemas.microsoft.com/office/drawing/2014/main" id="{B9FA73F5-2C08-91E5-622E-2E13698A4D7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908215002"/>
      </p:ext>
    </p:extLst>
  </p:cSld>
  <p:clrMapOvr>
    <a:masterClrMapping/>
  </p:clrMapOvr>
  <mc:AlternateContent xmlns:mc="http://schemas.openxmlformats.org/markup-compatibility/2006" xmlns:p14="http://schemas.microsoft.com/office/powerpoint/2010/main">
    <mc:Choice Requires="p14">
      <p:transition spd="slow" p14:dur="2000" advTm="71087"/>
    </mc:Choice>
    <mc:Fallback xmlns="">
      <p:transition spd="slow" advTm="710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4DE03-69AC-F805-2381-8B9FD6F57E9B}"/>
              </a:ext>
            </a:extLst>
          </p:cNvPr>
          <p:cNvSpPr>
            <a:spLocks noGrp="1"/>
          </p:cNvSpPr>
          <p:nvPr>
            <p:ph type="title"/>
          </p:nvPr>
        </p:nvSpPr>
        <p:spPr>
          <a:xfrm>
            <a:off x="7239014" y="525982"/>
            <a:ext cx="4282983" cy="1200361"/>
          </a:xfrm>
        </p:spPr>
        <p:txBody>
          <a:bodyPr vert="horz" lIns="91440" tIns="45720" rIns="91440" bIns="45720" rtlCol="0" anchor="b">
            <a:normAutofit/>
          </a:bodyPr>
          <a:lstStyle/>
          <a:p>
            <a:r>
              <a:rPr lang="en-US" sz="3600" kern="1200">
                <a:solidFill>
                  <a:schemeClr val="tx1"/>
                </a:solidFill>
                <a:latin typeface="+mj-lt"/>
                <a:ea typeface="+mj-ea"/>
                <a:cs typeface="+mj-cs"/>
              </a:rPr>
              <a:t>Confusion matrix</a:t>
            </a:r>
          </a:p>
        </p:txBody>
      </p:sp>
      <p:sp>
        <p:nvSpPr>
          <p:cNvPr id="39" name="Rectangle 3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A2BB99E-98D8-85DC-77A6-DCECE3762EB3}"/>
              </a:ext>
            </a:extLst>
          </p:cNvPr>
          <p:cNvPicPr>
            <a:picLocks noChangeAspect="1"/>
          </p:cNvPicPr>
          <p:nvPr/>
        </p:nvPicPr>
        <p:blipFill>
          <a:blip r:embed="rId5"/>
          <a:stretch>
            <a:fillRect/>
          </a:stretch>
        </p:blipFill>
        <p:spPr>
          <a:xfrm>
            <a:off x="576244" y="1047288"/>
            <a:ext cx="5628018" cy="4530554"/>
          </a:xfrm>
          <a:prstGeom prst="rect">
            <a:avLst/>
          </a:prstGeom>
        </p:spPr>
      </p:pic>
      <p:sp>
        <p:nvSpPr>
          <p:cNvPr id="41" name="Rectangle 4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C0A5C76-5653-0D56-7BA3-7BA6C892D706}"/>
              </a:ext>
            </a:extLst>
          </p:cNvPr>
          <p:cNvSpPr txBox="1"/>
          <p:nvPr/>
        </p:nvSpPr>
        <p:spPr>
          <a:xfrm>
            <a:off x="7239012"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dirty="0"/>
              <a:t>This confusion matrix shows how many times the model correctly (diagonal) or incorrectly (off-diagonal) predicted each class. The strongest diagonals are observed in clearly distinguishable classes like airplane, ship, and automobile. Confusion is more common between classes with similar shapes like cat vs. dog or deer vs. horse, which is expected given CIFAR-10 image quality.</a:t>
            </a:r>
          </a:p>
        </p:txBody>
      </p:sp>
      <p:sp>
        <p:nvSpPr>
          <p:cNvPr id="42" name="Rectangle 41">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Audio 5">
            <a:extLst>
              <a:ext uri="{FF2B5EF4-FFF2-40B4-BE49-F238E27FC236}">
                <a16:creationId xmlns:a16="http://schemas.microsoft.com/office/drawing/2014/main" id="{BA77E1EB-C5D7-17A8-184F-7389B423086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949685816"/>
      </p:ext>
    </p:extLst>
  </p:cSld>
  <p:clrMapOvr>
    <a:masterClrMapping/>
  </p:clrMapOvr>
  <mc:AlternateContent xmlns:mc="http://schemas.openxmlformats.org/markup-compatibility/2006" xmlns:p14="http://schemas.microsoft.com/office/powerpoint/2010/main">
    <mc:Choice Requires="p14">
      <p:transition spd="slow" p14:dur="2000" advTm="61171"/>
    </mc:Choice>
    <mc:Fallback xmlns="">
      <p:transition spd="slow" advTm="611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4DE03-69AC-F805-2381-8B9FD6F57E9B}"/>
              </a:ext>
            </a:extLst>
          </p:cNvPr>
          <p:cNvSpPr>
            <a:spLocks noGrp="1"/>
          </p:cNvSpPr>
          <p:nvPr>
            <p:ph type="title"/>
          </p:nvPr>
        </p:nvSpPr>
        <p:spPr>
          <a:xfrm>
            <a:off x="1099425" y="1238081"/>
            <a:ext cx="4709345" cy="962953"/>
          </a:xfrm>
        </p:spPr>
        <p:txBody>
          <a:bodyPr vert="horz" lIns="91440" tIns="45720" rIns="91440" bIns="45720" rtlCol="0" anchor="b">
            <a:normAutofit/>
          </a:bodyPr>
          <a:lstStyle/>
          <a:p>
            <a:r>
              <a:rPr lang="en-US" sz="3800"/>
              <a:t>Single Image test</a:t>
            </a:r>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39885" y="2372170"/>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EE69BF-9427-7936-6AA8-846DEF6FAFFB}"/>
              </a:ext>
            </a:extLst>
          </p:cNvPr>
          <p:cNvSpPr txBox="1"/>
          <p:nvPr/>
        </p:nvSpPr>
        <p:spPr>
          <a:xfrm>
            <a:off x="1100736" y="2508105"/>
            <a:ext cx="4709345" cy="363249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dirty="0"/>
              <a:t>Here, a randomly selected image from the test set is displayed, and the model predicts the class. The predicted label and confidence score are shown alongside the actual class. This demonstrates how the trained model behaves on unseen real-world data.</a:t>
            </a:r>
          </a:p>
        </p:txBody>
      </p:sp>
      <p:pic>
        <p:nvPicPr>
          <p:cNvPr id="7" name="Picture 6">
            <a:extLst>
              <a:ext uri="{FF2B5EF4-FFF2-40B4-BE49-F238E27FC236}">
                <a16:creationId xmlns:a16="http://schemas.microsoft.com/office/drawing/2014/main" id="{98A274BB-1086-105A-EE49-C5C6933B8601}"/>
              </a:ext>
            </a:extLst>
          </p:cNvPr>
          <p:cNvPicPr>
            <a:picLocks noChangeAspect="1"/>
          </p:cNvPicPr>
          <p:nvPr/>
        </p:nvPicPr>
        <p:blipFill>
          <a:blip r:embed="rId5"/>
          <a:srcRect r="1300" b="-2"/>
          <a:stretch>
            <a:fillRect/>
          </a:stretch>
        </p:blipFill>
        <p:spPr>
          <a:xfrm>
            <a:off x="6538366" y="1383738"/>
            <a:ext cx="4929098" cy="4756870"/>
          </a:xfrm>
          <a:prstGeom prst="rect">
            <a:avLst/>
          </a:prstGeom>
        </p:spPr>
      </p:pic>
      <p:pic>
        <p:nvPicPr>
          <p:cNvPr id="5" name="Audio 4">
            <a:extLst>
              <a:ext uri="{FF2B5EF4-FFF2-40B4-BE49-F238E27FC236}">
                <a16:creationId xmlns:a16="http://schemas.microsoft.com/office/drawing/2014/main" id="{C1684DC7-0BB0-4737-EA73-6C1B3E0F0EF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56927205"/>
      </p:ext>
    </p:extLst>
  </p:cSld>
  <p:clrMapOvr>
    <a:masterClrMapping/>
  </p:clrMapOvr>
  <mc:AlternateContent xmlns:mc="http://schemas.openxmlformats.org/markup-compatibility/2006" xmlns:p14="http://schemas.microsoft.com/office/powerpoint/2010/main">
    <mc:Choice Requires="p14">
      <p:transition spd="slow" p14:dur="2000" advTm="34277"/>
    </mc:Choice>
    <mc:Fallback xmlns="">
      <p:transition spd="slow" advTm="342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4DE03-69AC-F805-2381-8B9FD6F57E9B}"/>
              </a:ext>
            </a:extLst>
          </p:cNvPr>
          <p:cNvSpPr>
            <a:spLocks noGrp="1"/>
          </p:cNvSpPr>
          <p:nvPr>
            <p:ph type="title"/>
          </p:nvPr>
        </p:nvSpPr>
        <p:spPr>
          <a:xfrm>
            <a:off x="808638" y="386930"/>
            <a:ext cx="9236700" cy="1188950"/>
          </a:xfrm>
        </p:spPr>
        <p:txBody>
          <a:bodyPr anchor="b">
            <a:normAutofit/>
          </a:bodyPr>
          <a:lstStyle/>
          <a:p>
            <a:r>
              <a:rPr lang="en-US" sz="5400"/>
              <a:t>Strengths &amp; Weaknesses</a:t>
            </a:r>
          </a:p>
        </p:txBody>
      </p:sp>
      <p:grpSp>
        <p:nvGrpSpPr>
          <p:cNvPr id="37" name="Group 36">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8" name="Rectangle 37">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Rectangle 4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ECBDAAA-E149-5C9D-E742-955D0BAD3030}"/>
              </a:ext>
            </a:extLst>
          </p:cNvPr>
          <p:cNvSpPr>
            <a:spLocks noGrp="1"/>
          </p:cNvSpPr>
          <p:nvPr>
            <p:ph idx="1"/>
          </p:nvPr>
        </p:nvSpPr>
        <p:spPr>
          <a:xfrm>
            <a:off x="793660" y="2599509"/>
            <a:ext cx="10143668" cy="3435531"/>
          </a:xfrm>
        </p:spPr>
        <p:txBody>
          <a:bodyPr vert="horz" lIns="91440" tIns="45720" rIns="91440" bIns="45720" rtlCol="0" anchor="ctr">
            <a:normAutofit/>
          </a:bodyPr>
          <a:lstStyle/>
          <a:p>
            <a:pPr lvl="0"/>
            <a:r>
              <a:rPr lang="en-US" sz="2200" b="1" dirty="0"/>
              <a:t>Strengths:</a:t>
            </a:r>
            <a:endParaRPr lang="en-US" sz="2200" dirty="0"/>
          </a:p>
          <a:p>
            <a:pPr lvl="0"/>
            <a:r>
              <a:rPr lang="en-US" sz="2200" dirty="0"/>
              <a:t>Transfer Learning reduces training time</a:t>
            </a:r>
          </a:p>
          <a:p>
            <a:pPr lvl="0"/>
            <a:r>
              <a:rPr lang="en-US" sz="2200" dirty="0"/>
              <a:t>High accuracy with small data (Howard et al., 2017).</a:t>
            </a:r>
          </a:p>
          <a:p>
            <a:pPr lvl="0"/>
            <a:r>
              <a:rPr lang="en-US" sz="2200" dirty="0"/>
              <a:t>Works well on small devices (</a:t>
            </a:r>
            <a:r>
              <a:rPr lang="en-US" sz="2200" dirty="0" err="1"/>
              <a:t>MobileNet</a:t>
            </a:r>
            <a:r>
              <a:rPr lang="en-US" sz="2200" dirty="0"/>
              <a:t>)</a:t>
            </a:r>
          </a:p>
          <a:p>
            <a:pPr lvl="0"/>
            <a:r>
              <a:rPr lang="en-US" sz="2200" b="1" dirty="0"/>
              <a:t>Weaknesses:</a:t>
            </a:r>
            <a:endParaRPr lang="en-US" sz="2200" dirty="0"/>
          </a:p>
          <a:p>
            <a:pPr lvl="0"/>
            <a:r>
              <a:rPr lang="en-US" sz="2200" dirty="0"/>
              <a:t>Limited flexibility in MobileNetV2</a:t>
            </a:r>
          </a:p>
          <a:p>
            <a:pPr lvl="0"/>
            <a:r>
              <a:rPr lang="en-US" sz="2200" dirty="0"/>
              <a:t>Requires resizing and pre-processing</a:t>
            </a:r>
          </a:p>
          <a:p>
            <a:pPr lvl="0"/>
            <a:r>
              <a:rPr lang="en-US" sz="2200" dirty="0"/>
              <a:t>Custom CNN prone to overfitting</a:t>
            </a:r>
          </a:p>
        </p:txBody>
      </p:sp>
      <p:pic>
        <p:nvPicPr>
          <p:cNvPr id="5" name="Audio 4">
            <a:extLst>
              <a:ext uri="{FF2B5EF4-FFF2-40B4-BE49-F238E27FC236}">
                <a16:creationId xmlns:a16="http://schemas.microsoft.com/office/drawing/2014/main" id="{C720AC9C-87CE-3FD6-819F-72CC4504EB6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152686259"/>
      </p:ext>
    </p:extLst>
  </p:cSld>
  <p:clrMapOvr>
    <a:masterClrMapping/>
  </p:clrMapOvr>
  <mc:AlternateContent xmlns:mc="http://schemas.openxmlformats.org/markup-compatibility/2006" xmlns:p14="http://schemas.microsoft.com/office/powerpoint/2010/main">
    <mc:Choice Requires="p14">
      <p:transition spd="slow" p14:dur="2000" advTm="51413"/>
    </mc:Choice>
    <mc:Fallback xmlns="">
      <p:transition spd="slow" advTm="514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32FD4E-E9FA-46B6-65FB-A1BA0BF89E86}"/>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solidFill>
                  <a:schemeClr val="tx1"/>
                </a:solidFill>
                <a:latin typeface="+mj-lt"/>
                <a:ea typeface="+mj-ea"/>
                <a:cs typeface="+mj-cs"/>
              </a:rPr>
              <a:t>Code</a:t>
            </a:r>
          </a:p>
        </p:txBody>
      </p:sp>
      <p:pic>
        <p:nvPicPr>
          <p:cNvPr id="5" name="Content Placeholder 4">
            <a:extLst>
              <a:ext uri="{FF2B5EF4-FFF2-40B4-BE49-F238E27FC236}">
                <a16:creationId xmlns:a16="http://schemas.microsoft.com/office/drawing/2014/main" id="{360A0814-6C1D-DCE5-8907-F1FA9C275F20}"/>
              </a:ext>
            </a:extLst>
          </p:cNvPr>
          <p:cNvPicPr>
            <a:picLocks noGrp="1" noChangeAspect="1"/>
          </p:cNvPicPr>
          <p:nvPr>
            <p:ph idx="1"/>
          </p:nvPr>
        </p:nvPicPr>
        <p:blipFill>
          <a:blip r:embed="rId5"/>
          <a:stretch>
            <a:fillRect/>
          </a:stretch>
        </p:blipFill>
        <p:spPr>
          <a:xfrm>
            <a:off x="529399" y="2365285"/>
            <a:ext cx="5131930" cy="3938756"/>
          </a:xfrm>
          <a:prstGeom prst="rect">
            <a:avLst/>
          </a:prstGeom>
        </p:spPr>
      </p:pic>
      <p:pic>
        <p:nvPicPr>
          <p:cNvPr id="7" name="Picture 6">
            <a:extLst>
              <a:ext uri="{FF2B5EF4-FFF2-40B4-BE49-F238E27FC236}">
                <a16:creationId xmlns:a16="http://schemas.microsoft.com/office/drawing/2014/main" id="{0869640E-3204-138B-EF47-D5D4A55293F3}"/>
              </a:ext>
            </a:extLst>
          </p:cNvPr>
          <p:cNvPicPr>
            <a:picLocks noChangeAspect="1"/>
          </p:cNvPicPr>
          <p:nvPr/>
        </p:nvPicPr>
        <p:blipFill>
          <a:blip r:embed="rId6"/>
          <a:stretch>
            <a:fillRect/>
          </a:stretch>
        </p:blipFill>
        <p:spPr>
          <a:xfrm>
            <a:off x="6182505" y="2731892"/>
            <a:ext cx="5828261" cy="3205542"/>
          </a:xfrm>
          <a:prstGeom prst="rect">
            <a:avLst/>
          </a:prstGeom>
        </p:spPr>
      </p:pic>
      <p:pic>
        <p:nvPicPr>
          <p:cNvPr id="4" name="Audio 3">
            <a:extLst>
              <a:ext uri="{FF2B5EF4-FFF2-40B4-BE49-F238E27FC236}">
                <a16:creationId xmlns:a16="http://schemas.microsoft.com/office/drawing/2014/main" id="{C1DBA160-D80C-EBE4-F894-F4BE2F60DD1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608984898"/>
      </p:ext>
    </p:extLst>
  </p:cSld>
  <p:clrMapOvr>
    <a:masterClrMapping/>
  </p:clrMapOvr>
  <mc:AlternateContent xmlns:mc="http://schemas.openxmlformats.org/markup-compatibility/2006" xmlns:p14="http://schemas.microsoft.com/office/powerpoint/2010/main">
    <mc:Choice Requires="p14">
      <p:transition spd="slow" p14:dur="2000" advTm="17242"/>
    </mc:Choice>
    <mc:Fallback xmlns="">
      <p:transition spd="slow" advTm="172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5F56A3-7CFE-0E0C-B1CC-428036B77762}"/>
              </a:ext>
            </a:extLst>
          </p:cNvPr>
          <p:cNvPicPr>
            <a:picLocks noChangeAspect="1"/>
          </p:cNvPicPr>
          <p:nvPr/>
        </p:nvPicPr>
        <p:blipFill>
          <a:blip r:embed="rId4"/>
          <a:stretch>
            <a:fillRect/>
          </a:stretch>
        </p:blipFill>
        <p:spPr>
          <a:xfrm>
            <a:off x="643467" y="1151068"/>
            <a:ext cx="5291666" cy="3951421"/>
          </a:xfrm>
          <a:prstGeom prst="rect">
            <a:avLst/>
          </a:prstGeom>
        </p:spPr>
      </p:pic>
      <p:pic>
        <p:nvPicPr>
          <p:cNvPr id="7" name="Picture 6">
            <a:extLst>
              <a:ext uri="{FF2B5EF4-FFF2-40B4-BE49-F238E27FC236}">
                <a16:creationId xmlns:a16="http://schemas.microsoft.com/office/drawing/2014/main" id="{4FED8BB9-A2DE-9F6A-E1C9-DFA5B35617B9}"/>
              </a:ext>
            </a:extLst>
          </p:cNvPr>
          <p:cNvPicPr>
            <a:picLocks noChangeAspect="1"/>
          </p:cNvPicPr>
          <p:nvPr/>
        </p:nvPicPr>
        <p:blipFill>
          <a:blip r:embed="rId5"/>
          <a:stretch>
            <a:fillRect/>
          </a:stretch>
        </p:blipFill>
        <p:spPr>
          <a:xfrm>
            <a:off x="6256865" y="1151068"/>
            <a:ext cx="5291667" cy="3951420"/>
          </a:xfrm>
          <a:prstGeom prst="rect">
            <a:avLst/>
          </a:prstGeom>
        </p:spPr>
      </p:pic>
      <p:pic>
        <p:nvPicPr>
          <p:cNvPr id="3" name="Audio 2">
            <a:extLst>
              <a:ext uri="{FF2B5EF4-FFF2-40B4-BE49-F238E27FC236}">
                <a16:creationId xmlns:a16="http://schemas.microsoft.com/office/drawing/2014/main" id="{21C9A700-9893-8827-2ADD-76ACFC35FBF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196273630"/>
      </p:ext>
    </p:extLst>
  </p:cSld>
  <p:clrMapOvr>
    <a:masterClrMapping/>
  </p:clrMapOvr>
  <mc:AlternateContent xmlns:mc="http://schemas.openxmlformats.org/markup-compatibility/2006" xmlns:p14="http://schemas.microsoft.com/office/powerpoint/2010/main">
    <mc:Choice Requires="p14">
      <p:transition spd="slow" p14:dur="2000" advTm="7303"/>
    </mc:Choice>
    <mc:Fallback xmlns="">
      <p:transition spd="slow" advTm="73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A39A08-7EAE-EFD0-C778-2B30CBE347BC}"/>
              </a:ext>
            </a:extLst>
          </p:cNvPr>
          <p:cNvPicPr>
            <a:picLocks noChangeAspect="1"/>
          </p:cNvPicPr>
          <p:nvPr/>
        </p:nvPicPr>
        <p:blipFill>
          <a:blip r:embed="rId4"/>
          <a:stretch>
            <a:fillRect/>
          </a:stretch>
        </p:blipFill>
        <p:spPr>
          <a:xfrm>
            <a:off x="484632" y="1672530"/>
            <a:ext cx="4169663" cy="3512940"/>
          </a:xfrm>
          <a:prstGeom prst="rect">
            <a:avLst/>
          </a:prstGeom>
        </p:spPr>
      </p:pic>
      <p:pic>
        <p:nvPicPr>
          <p:cNvPr id="7" name="Picture 6">
            <a:extLst>
              <a:ext uri="{FF2B5EF4-FFF2-40B4-BE49-F238E27FC236}">
                <a16:creationId xmlns:a16="http://schemas.microsoft.com/office/drawing/2014/main" id="{48B57FC0-541E-383D-B392-CF9E130B642E}"/>
              </a:ext>
            </a:extLst>
          </p:cNvPr>
          <p:cNvPicPr>
            <a:picLocks noChangeAspect="1"/>
          </p:cNvPicPr>
          <p:nvPr/>
        </p:nvPicPr>
        <p:blipFill>
          <a:blip r:embed="rId5"/>
          <a:stretch>
            <a:fillRect/>
          </a:stretch>
        </p:blipFill>
        <p:spPr>
          <a:xfrm>
            <a:off x="4976029" y="1796651"/>
            <a:ext cx="6731338" cy="3264698"/>
          </a:xfrm>
          <a:prstGeom prst="rect">
            <a:avLst/>
          </a:prstGeom>
        </p:spPr>
      </p:pic>
      <p:pic>
        <p:nvPicPr>
          <p:cNvPr id="3" name="Audio 2">
            <a:extLst>
              <a:ext uri="{FF2B5EF4-FFF2-40B4-BE49-F238E27FC236}">
                <a16:creationId xmlns:a16="http://schemas.microsoft.com/office/drawing/2014/main" id="{07205BFC-A360-A9EB-4589-97328A0F373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308941571"/>
      </p:ext>
    </p:extLst>
  </p:cSld>
  <p:clrMapOvr>
    <a:masterClrMapping/>
  </p:clrMapOvr>
  <mc:AlternateContent xmlns:mc="http://schemas.openxmlformats.org/markup-compatibility/2006" xmlns:p14="http://schemas.microsoft.com/office/powerpoint/2010/main">
    <mc:Choice Requires="p14">
      <p:transition spd="slow" p14:dur="2000" advTm="7371"/>
    </mc:Choice>
    <mc:Fallback xmlns="">
      <p:transition spd="slow" advTm="73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1" name="Group 20">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2" name="Freeform: Shape 21">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8774DE03-69AC-F805-2381-8B9FD6F57E9B}"/>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Conclusion</a:t>
            </a:r>
          </a:p>
        </p:txBody>
      </p:sp>
      <p:sp>
        <p:nvSpPr>
          <p:cNvPr id="3" name="Content Placeholder 2">
            <a:extLst>
              <a:ext uri="{FF2B5EF4-FFF2-40B4-BE49-F238E27FC236}">
                <a16:creationId xmlns:a16="http://schemas.microsoft.com/office/drawing/2014/main" id="{FECBDAAA-E149-5C9D-E742-955D0BAD3030}"/>
              </a:ext>
            </a:extLst>
          </p:cNvPr>
          <p:cNvSpPr>
            <a:spLocks noGrp="1"/>
          </p:cNvSpPr>
          <p:nvPr>
            <p:ph idx="1"/>
          </p:nvPr>
        </p:nvSpPr>
        <p:spPr>
          <a:xfrm>
            <a:off x="6172200" y="804672"/>
            <a:ext cx="5221224" cy="5230368"/>
          </a:xfrm>
        </p:spPr>
        <p:txBody>
          <a:bodyPr vert="horz" lIns="91440" tIns="45720" rIns="91440" bIns="45720" rtlCol="0" anchor="ctr">
            <a:normAutofit/>
          </a:bodyPr>
          <a:lstStyle/>
          <a:p>
            <a:pPr lvl="0"/>
            <a:r>
              <a:rPr lang="en-US" sz="1800" dirty="0">
                <a:solidFill>
                  <a:schemeClr val="tx2"/>
                </a:solidFill>
              </a:rPr>
              <a:t>Transfer learning outperformed the custom CNN.</a:t>
            </a:r>
          </a:p>
          <a:p>
            <a:pPr lvl="0"/>
            <a:r>
              <a:rPr lang="en-US" sz="1800" dirty="0">
                <a:solidFill>
                  <a:schemeClr val="tx2"/>
                </a:solidFill>
              </a:rPr>
              <a:t>MobileNetV2 achieved higher test accuracy and faster convergence (Howard et al., 2017; Chollet, 2017).</a:t>
            </a:r>
          </a:p>
          <a:p>
            <a:pPr lvl="0"/>
            <a:r>
              <a:rPr lang="en-US" sz="1800" dirty="0">
                <a:solidFill>
                  <a:schemeClr val="tx2"/>
                </a:solidFill>
              </a:rPr>
              <a:t>Validation set proved essential to avoid overfitting.</a:t>
            </a:r>
          </a:p>
          <a:p>
            <a:pPr lvl="0"/>
            <a:r>
              <a:rPr lang="en-US" sz="1800" dirty="0">
                <a:solidFill>
                  <a:schemeClr val="tx2"/>
                </a:solidFill>
              </a:rPr>
              <a:t>Deep Learning + Pretraining = strong results on real-world image classification.</a:t>
            </a:r>
          </a:p>
        </p:txBody>
      </p:sp>
      <p:pic>
        <p:nvPicPr>
          <p:cNvPr id="5" name="Audio 4">
            <a:extLst>
              <a:ext uri="{FF2B5EF4-FFF2-40B4-BE49-F238E27FC236}">
                <a16:creationId xmlns:a16="http://schemas.microsoft.com/office/drawing/2014/main" id="{070B1E6D-688E-F4B6-B586-590ECACAC3D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599431699"/>
      </p:ext>
    </p:extLst>
  </p:cSld>
  <p:clrMapOvr>
    <a:masterClrMapping/>
  </p:clrMapOvr>
  <mc:AlternateContent xmlns:mc="http://schemas.openxmlformats.org/markup-compatibility/2006" xmlns:p14="http://schemas.microsoft.com/office/powerpoint/2010/main">
    <mc:Choice Requires="p14">
      <p:transition spd="slow" p14:dur="2000" advTm="46102"/>
    </mc:Choice>
    <mc:Fallback xmlns="">
      <p:transition spd="slow" advTm="461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4DE03-69AC-F805-2381-8B9FD6F57E9B}"/>
              </a:ext>
            </a:extLst>
          </p:cNvPr>
          <p:cNvSpPr>
            <a:spLocks noGrp="1"/>
          </p:cNvSpPr>
          <p:nvPr>
            <p:ph type="title"/>
          </p:nvPr>
        </p:nvSpPr>
        <p:spPr/>
        <p:txBody>
          <a:bodyPr/>
          <a:lstStyle/>
          <a:p>
            <a:pPr algn="ctr"/>
            <a:r>
              <a:rPr lang="en-US"/>
              <a:t>References</a:t>
            </a:r>
            <a:endParaRPr lang="en-US" dirty="0"/>
          </a:p>
        </p:txBody>
      </p:sp>
      <p:graphicFrame>
        <p:nvGraphicFramePr>
          <p:cNvPr id="5" name="Content Placeholder 2">
            <a:extLst>
              <a:ext uri="{FF2B5EF4-FFF2-40B4-BE49-F238E27FC236}">
                <a16:creationId xmlns:a16="http://schemas.microsoft.com/office/drawing/2014/main" id="{C1416163-D4A8-E85B-E2DE-1F9D51535649}"/>
              </a:ext>
            </a:extLst>
          </p:cNvPr>
          <p:cNvGraphicFramePr>
            <a:graphicFrameLocks noGrp="1"/>
          </p:cNvGraphicFramePr>
          <p:nvPr>
            <p:ph idx="1"/>
          </p:nvPr>
        </p:nvGraphicFramePr>
        <p:xfrm>
          <a:off x="838200" y="1424572"/>
          <a:ext cx="10515600" cy="54334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Audio 3">
            <a:extLst>
              <a:ext uri="{FF2B5EF4-FFF2-40B4-BE49-F238E27FC236}">
                <a16:creationId xmlns:a16="http://schemas.microsoft.com/office/drawing/2014/main" id="{C64D9073-ADA2-0C33-C87F-0F61426803D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123091780"/>
      </p:ext>
    </p:extLst>
  </p:cSld>
  <p:clrMapOvr>
    <a:masterClrMapping/>
  </p:clrMapOvr>
  <mc:AlternateContent xmlns:mc="http://schemas.openxmlformats.org/markup-compatibility/2006" xmlns:p14="http://schemas.microsoft.com/office/powerpoint/2010/main">
    <mc:Choice Requires="p14">
      <p:transition spd="slow" p14:dur="2000" advTm="13754"/>
    </mc:Choice>
    <mc:Fallback xmlns="">
      <p:transition spd="slow" advTm="137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white rectangular sign with blue text">
            <a:extLst>
              <a:ext uri="{FF2B5EF4-FFF2-40B4-BE49-F238E27FC236}">
                <a16:creationId xmlns:a16="http://schemas.microsoft.com/office/drawing/2014/main" id="{2450D34E-0698-E12B-13C6-7075AB4A13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0478" y="1461172"/>
            <a:ext cx="7009396" cy="3929509"/>
          </a:xfrm>
          <a:prstGeom prst="rect">
            <a:avLst/>
          </a:prstGeom>
        </p:spPr>
      </p:pic>
      <p:cxnSp>
        <p:nvCxnSpPr>
          <p:cNvPr id="30" name="Straight Connector 29">
            <a:extLst>
              <a:ext uri="{FF2B5EF4-FFF2-40B4-BE49-F238E27FC236}">
                <a16:creationId xmlns:a16="http://schemas.microsoft.com/office/drawing/2014/main" id="{E12350F3-DB83-413A-980B-1CEB924986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453265" y="1570814"/>
            <a:ext cx="0" cy="3710227"/>
          </a:xfrm>
          <a:prstGeom prst="line">
            <a:avLst/>
          </a:prstGeom>
          <a:ln w="19050">
            <a:solidFill>
              <a:srgbClr val="5795D9"/>
            </a:solidFill>
          </a:ln>
        </p:spPr>
        <p:style>
          <a:lnRef idx="1">
            <a:schemeClr val="accent1"/>
          </a:lnRef>
          <a:fillRef idx="0">
            <a:schemeClr val="accent1"/>
          </a:fillRef>
          <a:effectRef idx="0">
            <a:schemeClr val="accent1"/>
          </a:effectRef>
          <a:fontRef idx="minor">
            <a:schemeClr val="tx1"/>
          </a:fontRef>
        </p:style>
      </p:cxnSp>
      <p:pic>
        <p:nvPicPr>
          <p:cNvPr id="3" name="Audio 2">
            <a:extLst>
              <a:ext uri="{FF2B5EF4-FFF2-40B4-BE49-F238E27FC236}">
                <a16:creationId xmlns:a16="http://schemas.microsoft.com/office/drawing/2014/main" id="{D75C9912-AEA8-423B-F51D-F4A503C8937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490266342"/>
      </p:ext>
    </p:extLst>
  </p:cSld>
  <p:clrMapOvr>
    <a:masterClrMapping/>
  </p:clrMapOvr>
  <mc:AlternateContent xmlns:mc="http://schemas.openxmlformats.org/markup-compatibility/2006" xmlns:p14="http://schemas.microsoft.com/office/powerpoint/2010/main">
    <mc:Choice Requires="p14">
      <p:transition spd="slow" p14:dur="2000" advTm="5083"/>
    </mc:Choice>
    <mc:Fallback xmlns="">
      <p:transition spd="slow" advTm="50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260</TotalTime>
  <Words>1118</Words>
  <Application>Microsoft Office PowerPoint</Application>
  <PresentationFormat>Widescreen</PresentationFormat>
  <Paragraphs>106</Paragraphs>
  <Slides>21</Slides>
  <Notes>17</Notes>
  <HiddenSlides>0</HiddenSlides>
  <MMClips>21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Individual Presentation (Track 2)</vt:lpstr>
      <vt:lpstr>Contents</vt:lpstr>
      <vt:lpstr>Introduction</vt:lpstr>
      <vt:lpstr>EDA</vt:lpstr>
      <vt:lpstr>Preprocessing</vt:lpstr>
      <vt:lpstr>Data partitions</vt:lpstr>
      <vt:lpstr>Architecture</vt:lpstr>
      <vt:lpstr>Architecture (Transfer Learning)</vt:lpstr>
      <vt:lpstr>Training</vt:lpstr>
      <vt:lpstr>Evaluation</vt:lpstr>
      <vt:lpstr>PowerPoint Presentation</vt:lpstr>
      <vt:lpstr>PowerPoint Presentation</vt:lpstr>
      <vt:lpstr>Confusion matrix</vt:lpstr>
      <vt:lpstr>Single Image test</vt:lpstr>
      <vt:lpstr>Strengths &amp; Weaknesses</vt:lpstr>
      <vt:lpstr>Code</vt:lpstr>
      <vt:lpstr>PowerPoint Presentation</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Hassan khan</dc:creator>
  <cp:lastModifiedBy>Ali Saleh Alhammadi</cp:lastModifiedBy>
  <cp:revision>778</cp:revision>
  <dcterms:created xsi:type="dcterms:W3CDTF">2025-01-09T22:29:55Z</dcterms:created>
  <dcterms:modified xsi:type="dcterms:W3CDTF">2025-10-13T20:34:39Z</dcterms:modified>
</cp:coreProperties>
</file>